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05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906444-5263-48E4-BA3D-CD5AD3D991D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F40587-E76A-4921-8F83-9C2731764FEA}">
      <dgm:prSet/>
      <dgm:spPr/>
      <dgm:t>
        <a:bodyPr/>
        <a:lstStyle/>
        <a:p>
          <a:r>
            <a:rPr lang="en-US"/>
            <a:t>Fashion-MNIST: 70,000 grayscale images of clothing items</a:t>
          </a:r>
        </a:p>
      </dgm:t>
    </dgm:pt>
    <dgm:pt modelId="{40E378B3-C130-45E3-BB2E-8DD387C11D09}" type="parTrans" cxnId="{C5E00A25-6028-413B-9EB6-A2FE7EFF488A}">
      <dgm:prSet/>
      <dgm:spPr/>
      <dgm:t>
        <a:bodyPr/>
        <a:lstStyle/>
        <a:p>
          <a:endParaRPr lang="en-US"/>
        </a:p>
      </dgm:t>
    </dgm:pt>
    <dgm:pt modelId="{D8F9A473-032E-444C-B4EA-D87AA0C37D80}" type="sibTrans" cxnId="{C5E00A25-6028-413B-9EB6-A2FE7EFF488A}">
      <dgm:prSet/>
      <dgm:spPr/>
      <dgm:t>
        <a:bodyPr/>
        <a:lstStyle/>
        <a:p>
          <a:endParaRPr lang="en-US"/>
        </a:p>
      </dgm:t>
    </dgm:pt>
    <dgm:pt modelId="{4547ABE7-257D-42BB-9C9F-A0D120F94757}">
      <dgm:prSet/>
      <dgm:spPr/>
      <dgm:t>
        <a:bodyPr/>
        <a:lstStyle/>
        <a:p>
          <a:r>
            <a:rPr lang="en-US"/>
            <a:t>Industry need: Automated product categorization for e-commerce</a:t>
          </a:r>
        </a:p>
      </dgm:t>
    </dgm:pt>
    <dgm:pt modelId="{15FF6F05-6FBD-4C51-BC8A-A2CC2DA47C0A}" type="parTrans" cxnId="{ECFF4880-318E-4F11-834C-155B0A0CAC3D}">
      <dgm:prSet/>
      <dgm:spPr/>
      <dgm:t>
        <a:bodyPr/>
        <a:lstStyle/>
        <a:p>
          <a:endParaRPr lang="en-US"/>
        </a:p>
      </dgm:t>
    </dgm:pt>
    <dgm:pt modelId="{F13106F7-7CE8-4AC0-8738-EC33C0961474}" type="sibTrans" cxnId="{ECFF4880-318E-4F11-834C-155B0A0CAC3D}">
      <dgm:prSet/>
      <dgm:spPr/>
      <dgm:t>
        <a:bodyPr/>
        <a:lstStyle/>
        <a:p>
          <a:endParaRPr lang="en-US"/>
        </a:p>
      </dgm:t>
    </dgm:pt>
    <dgm:pt modelId="{7C7B05CC-4ED3-4AEC-8D9C-19C1E9FA7D39}">
      <dgm:prSet/>
      <dgm:spPr/>
      <dgm:t>
        <a:bodyPr/>
        <a:lstStyle/>
        <a:p>
          <a:r>
            <a:rPr lang="en-US"/>
            <a:t>Practical application in fashion retail and inventory management</a:t>
          </a:r>
        </a:p>
      </dgm:t>
    </dgm:pt>
    <dgm:pt modelId="{102D4B07-9516-4D8C-B916-5DD651D9E60D}" type="parTrans" cxnId="{C3D37181-24F5-4A3B-94E0-6948B657735C}">
      <dgm:prSet/>
      <dgm:spPr/>
      <dgm:t>
        <a:bodyPr/>
        <a:lstStyle/>
        <a:p>
          <a:endParaRPr lang="en-US"/>
        </a:p>
      </dgm:t>
    </dgm:pt>
    <dgm:pt modelId="{DBED0A19-F294-4E57-901B-566A98183AE2}" type="sibTrans" cxnId="{C3D37181-24F5-4A3B-94E0-6948B657735C}">
      <dgm:prSet/>
      <dgm:spPr/>
      <dgm:t>
        <a:bodyPr/>
        <a:lstStyle/>
        <a:p>
          <a:endParaRPr lang="en-US"/>
        </a:p>
      </dgm:t>
    </dgm:pt>
    <dgm:pt modelId="{8B523852-C336-42E9-A75E-EF284119365B}">
      <dgm:prSet/>
      <dgm:spPr/>
      <dgm:t>
        <a:bodyPr/>
        <a:lstStyle/>
        <a:p>
          <a:r>
            <a:rPr lang="en-US"/>
            <a:t>Opportunity to demonstrate end-to-end ML pipeline development</a:t>
          </a:r>
        </a:p>
      </dgm:t>
    </dgm:pt>
    <dgm:pt modelId="{DF6F7C58-E0A6-4C3A-84A2-C0EB278426A1}" type="parTrans" cxnId="{00DFF12E-A1D6-4F8D-AA02-33327080DD5C}">
      <dgm:prSet/>
      <dgm:spPr/>
      <dgm:t>
        <a:bodyPr/>
        <a:lstStyle/>
        <a:p>
          <a:endParaRPr lang="en-US"/>
        </a:p>
      </dgm:t>
    </dgm:pt>
    <dgm:pt modelId="{B6527798-1A2A-42B3-8622-22FB8A1FC9E5}" type="sibTrans" cxnId="{00DFF12E-A1D6-4F8D-AA02-33327080DD5C}">
      <dgm:prSet/>
      <dgm:spPr/>
      <dgm:t>
        <a:bodyPr/>
        <a:lstStyle/>
        <a:p>
          <a:endParaRPr lang="en-US"/>
        </a:p>
      </dgm:t>
    </dgm:pt>
    <dgm:pt modelId="{289B7333-D782-430F-AC27-8C531543527A}" type="pres">
      <dgm:prSet presAssocID="{0C906444-5263-48E4-BA3D-CD5AD3D991D5}" presName="root" presStyleCnt="0">
        <dgm:presLayoutVars>
          <dgm:dir/>
          <dgm:resizeHandles val="exact"/>
        </dgm:presLayoutVars>
      </dgm:prSet>
      <dgm:spPr/>
    </dgm:pt>
    <dgm:pt modelId="{CE4EE09D-E634-4102-829E-99E7F3644535}" type="pres">
      <dgm:prSet presAssocID="{1FF40587-E76A-4921-8F83-9C2731764FEA}" presName="compNode" presStyleCnt="0"/>
      <dgm:spPr/>
    </dgm:pt>
    <dgm:pt modelId="{73629B01-7B15-4EEE-8194-12DD031318B3}" type="pres">
      <dgm:prSet presAssocID="{1FF40587-E76A-4921-8F83-9C2731764FEA}" presName="bgRect" presStyleLbl="bgShp" presStyleIdx="0" presStyleCnt="4"/>
      <dgm:spPr/>
    </dgm:pt>
    <dgm:pt modelId="{C199DDA7-A864-449A-9295-E20E44DEB82A}" type="pres">
      <dgm:prSet presAssocID="{1FF40587-E76A-4921-8F83-9C2731764FE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BF3A68EF-6A7D-44E8-B740-07860E8B4153}" type="pres">
      <dgm:prSet presAssocID="{1FF40587-E76A-4921-8F83-9C2731764FEA}" presName="spaceRect" presStyleCnt="0"/>
      <dgm:spPr/>
    </dgm:pt>
    <dgm:pt modelId="{4882FC2F-EE6C-4BD7-B332-4731D79C41E1}" type="pres">
      <dgm:prSet presAssocID="{1FF40587-E76A-4921-8F83-9C2731764FEA}" presName="parTx" presStyleLbl="revTx" presStyleIdx="0" presStyleCnt="4">
        <dgm:presLayoutVars>
          <dgm:chMax val="0"/>
          <dgm:chPref val="0"/>
        </dgm:presLayoutVars>
      </dgm:prSet>
      <dgm:spPr/>
    </dgm:pt>
    <dgm:pt modelId="{B644C69B-55F9-4743-B646-A6428AA8517C}" type="pres">
      <dgm:prSet presAssocID="{D8F9A473-032E-444C-B4EA-D87AA0C37D80}" presName="sibTrans" presStyleCnt="0"/>
      <dgm:spPr/>
    </dgm:pt>
    <dgm:pt modelId="{961E33EC-88CF-49CB-8F34-09198E4A9733}" type="pres">
      <dgm:prSet presAssocID="{4547ABE7-257D-42BB-9C9F-A0D120F94757}" presName="compNode" presStyleCnt="0"/>
      <dgm:spPr/>
    </dgm:pt>
    <dgm:pt modelId="{58D42147-2E5C-4919-A054-3C47831D2CF6}" type="pres">
      <dgm:prSet presAssocID="{4547ABE7-257D-42BB-9C9F-A0D120F94757}" presName="bgRect" presStyleLbl="bgShp" presStyleIdx="1" presStyleCnt="4"/>
      <dgm:spPr/>
    </dgm:pt>
    <dgm:pt modelId="{22E486A1-1C71-4D09-A47E-3E983938F8FA}" type="pres">
      <dgm:prSet presAssocID="{4547ABE7-257D-42BB-9C9F-A0D120F9475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AC5D24AE-E921-497F-A3B2-B756EF8BC46E}" type="pres">
      <dgm:prSet presAssocID="{4547ABE7-257D-42BB-9C9F-A0D120F94757}" presName="spaceRect" presStyleCnt="0"/>
      <dgm:spPr/>
    </dgm:pt>
    <dgm:pt modelId="{DEE4D0AD-5F4C-4354-B053-088369B3AB36}" type="pres">
      <dgm:prSet presAssocID="{4547ABE7-257D-42BB-9C9F-A0D120F94757}" presName="parTx" presStyleLbl="revTx" presStyleIdx="1" presStyleCnt="4">
        <dgm:presLayoutVars>
          <dgm:chMax val="0"/>
          <dgm:chPref val="0"/>
        </dgm:presLayoutVars>
      </dgm:prSet>
      <dgm:spPr/>
    </dgm:pt>
    <dgm:pt modelId="{773C7273-C242-4314-B602-31AD2260C734}" type="pres">
      <dgm:prSet presAssocID="{F13106F7-7CE8-4AC0-8738-EC33C0961474}" presName="sibTrans" presStyleCnt="0"/>
      <dgm:spPr/>
    </dgm:pt>
    <dgm:pt modelId="{A2F968CE-35AE-4B7B-8785-4DC5AC23DEB6}" type="pres">
      <dgm:prSet presAssocID="{7C7B05CC-4ED3-4AEC-8D9C-19C1E9FA7D39}" presName="compNode" presStyleCnt="0"/>
      <dgm:spPr/>
    </dgm:pt>
    <dgm:pt modelId="{8DAC0684-62F8-4877-8C62-487C40AB2963}" type="pres">
      <dgm:prSet presAssocID="{7C7B05CC-4ED3-4AEC-8D9C-19C1E9FA7D39}" presName="bgRect" presStyleLbl="bgShp" presStyleIdx="2" presStyleCnt="4"/>
      <dgm:spPr/>
    </dgm:pt>
    <dgm:pt modelId="{910E39BC-030B-42D4-B38C-3F2C67508192}" type="pres">
      <dgm:prSet presAssocID="{7C7B05CC-4ED3-4AEC-8D9C-19C1E9FA7D3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irt"/>
        </a:ext>
      </dgm:extLst>
    </dgm:pt>
    <dgm:pt modelId="{E05AA5A9-37A4-4524-B28E-855108986999}" type="pres">
      <dgm:prSet presAssocID="{7C7B05CC-4ED3-4AEC-8D9C-19C1E9FA7D39}" presName="spaceRect" presStyleCnt="0"/>
      <dgm:spPr/>
    </dgm:pt>
    <dgm:pt modelId="{36F303F5-606F-438C-8F8F-06335A3E0BA7}" type="pres">
      <dgm:prSet presAssocID="{7C7B05CC-4ED3-4AEC-8D9C-19C1E9FA7D39}" presName="parTx" presStyleLbl="revTx" presStyleIdx="2" presStyleCnt="4">
        <dgm:presLayoutVars>
          <dgm:chMax val="0"/>
          <dgm:chPref val="0"/>
        </dgm:presLayoutVars>
      </dgm:prSet>
      <dgm:spPr/>
    </dgm:pt>
    <dgm:pt modelId="{D5E816C4-FBEC-4DA4-84DD-7ADE9E4B20E6}" type="pres">
      <dgm:prSet presAssocID="{DBED0A19-F294-4E57-901B-566A98183AE2}" presName="sibTrans" presStyleCnt="0"/>
      <dgm:spPr/>
    </dgm:pt>
    <dgm:pt modelId="{3C478AAF-6751-4E67-8460-2E38E29BC524}" type="pres">
      <dgm:prSet presAssocID="{8B523852-C336-42E9-A75E-EF284119365B}" presName="compNode" presStyleCnt="0"/>
      <dgm:spPr/>
    </dgm:pt>
    <dgm:pt modelId="{8D418BEE-56FD-49FA-AE30-3384F9A60A41}" type="pres">
      <dgm:prSet presAssocID="{8B523852-C336-42E9-A75E-EF284119365B}" presName="bgRect" presStyleLbl="bgShp" presStyleIdx="3" presStyleCnt="4"/>
      <dgm:spPr/>
    </dgm:pt>
    <dgm:pt modelId="{1478798A-802F-484A-8D28-74B2D4002D9F}" type="pres">
      <dgm:prSet presAssocID="{8B523852-C336-42E9-A75E-EF284119365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95075B25-C0A4-473E-AD98-72371CE3A885}" type="pres">
      <dgm:prSet presAssocID="{8B523852-C336-42E9-A75E-EF284119365B}" presName="spaceRect" presStyleCnt="0"/>
      <dgm:spPr/>
    </dgm:pt>
    <dgm:pt modelId="{AEF2BCC5-C7AF-40B1-9418-7552EC1750E5}" type="pres">
      <dgm:prSet presAssocID="{8B523852-C336-42E9-A75E-EF284119365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5E00A25-6028-413B-9EB6-A2FE7EFF488A}" srcId="{0C906444-5263-48E4-BA3D-CD5AD3D991D5}" destId="{1FF40587-E76A-4921-8F83-9C2731764FEA}" srcOrd="0" destOrd="0" parTransId="{40E378B3-C130-45E3-BB2E-8DD387C11D09}" sibTransId="{D8F9A473-032E-444C-B4EA-D87AA0C37D80}"/>
    <dgm:cxn modelId="{00DFF12E-A1D6-4F8D-AA02-33327080DD5C}" srcId="{0C906444-5263-48E4-BA3D-CD5AD3D991D5}" destId="{8B523852-C336-42E9-A75E-EF284119365B}" srcOrd="3" destOrd="0" parTransId="{DF6F7C58-E0A6-4C3A-84A2-C0EB278426A1}" sibTransId="{B6527798-1A2A-42B3-8622-22FB8A1FC9E5}"/>
    <dgm:cxn modelId="{ECFF4880-318E-4F11-834C-155B0A0CAC3D}" srcId="{0C906444-5263-48E4-BA3D-CD5AD3D991D5}" destId="{4547ABE7-257D-42BB-9C9F-A0D120F94757}" srcOrd="1" destOrd="0" parTransId="{15FF6F05-6FBD-4C51-BC8A-A2CC2DA47C0A}" sibTransId="{F13106F7-7CE8-4AC0-8738-EC33C0961474}"/>
    <dgm:cxn modelId="{C3D37181-24F5-4A3B-94E0-6948B657735C}" srcId="{0C906444-5263-48E4-BA3D-CD5AD3D991D5}" destId="{7C7B05CC-4ED3-4AEC-8D9C-19C1E9FA7D39}" srcOrd="2" destOrd="0" parTransId="{102D4B07-9516-4D8C-B916-5DD651D9E60D}" sibTransId="{DBED0A19-F294-4E57-901B-566A98183AE2}"/>
    <dgm:cxn modelId="{1BBF8392-365E-4B97-AA14-B8B69492EC51}" type="presOf" srcId="{8B523852-C336-42E9-A75E-EF284119365B}" destId="{AEF2BCC5-C7AF-40B1-9418-7552EC1750E5}" srcOrd="0" destOrd="0" presId="urn:microsoft.com/office/officeart/2018/2/layout/IconVerticalSolidList"/>
    <dgm:cxn modelId="{33E71294-9639-46C3-8A2F-BE3D35B1A04C}" type="presOf" srcId="{4547ABE7-257D-42BB-9C9F-A0D120F94757}" destId="{DEE4D0AD-5F4C-4354-B053-088369B3AB36}" srcOrd="0" destOrd="0" presId="urn:microsoft.com/office/officeart/2018/2/layout/IconVerticalSolidList"/>
    <dgm:cxn modelId="{E0C88FAA-DE3F-466C-8521-E7064B3ED7D2}" type="presOf" srcId="{0C906444-5263-48E4-BA3D-CD5AD3D991D5}" destId="{289B7333-D782-430F-AC27-8C531543527A}" srcOrd="0" destOrd="0" presId="urn:microsoft.com/office/officeart/2018/2/layout/IconVerticalSolidList"/>
    <dgm:cxn modelId="{48284FE8-DB26-4D32-B2FA-E5980FD6664E}" type="presOf" srcId="{1FF40587-E76A-4921-8F83-9C2731764FEA}" destId="{4882FC2F-EE6C-4BD7-B332-4731D79C41E1}" srcOrd="0" destOrd="0" presId="urn:microsoft.com/office/officeart/2018/2/layout/IconVerticalSolidList"/>
    <dgm:cxn modelId="{418B78E9-A466-4B6E-9B1F-B01FED3BDB84}" type="presOf" srcId="{7C7B05CC-4ED3-4AEC-8D9C-19C1E9FA7D39}" destId="{36F303F5-606F-438C-8F8F-06335A3E0BA7}" srcOrd="0" destOrd="0" presId="urn:microsoft.com/office/officeart/2018/2/layout/IconVerticalSolidList"/>
    <dgm:cxn modelId="{1007B332-8F7C-4AAC-B7F2-011B992E11AF}" type="presParOf" srcId="{289B7333-D782-430F-AC27-8C531543527A}" destId="{CE4EE09D-E634-4102-829E-99E7F3644535}" srcOrd="0" destOrd="0" presId="urn:microsoft.com/office/officeart/2018/2/layout/IconVerticalSolidList"/>
    <dgm:cxn modelId="{327CB875-6B79-442E-A374-217118996C81}" type="presParOf" srcId="{CE4EE09D-E634-4102-829E-99E7F3644535}" destId="{73629B01-7B15-4EEE-8194-12DD031318B3}" srcOrd="0" destOrd="0" presId="urn:microsoft.com/office/officeart/2018/2/layout/IconVerticalSolidList"/>
    <dgm:cxn modelId="{1F077E04-8C12-4716-BC60-61778A69489F}" type="presParOf" srcId="{CE4EE09D-E634-4102-829E-99E7F3644535}" destId="{C199DDA7-A864-449A-9295-E20E44DEB82A}" srcOrd="1" destOrd="0" presId="urn:microsoft.com/office/officeart/2018/2/layout/IconVerticalSolidList"/>
    <dgm:cxn modelId="{E7B0DACA-DD3C-43FC-81DF-B20F8E2A136A}" type="presParOf" srcId="{CE4EE09D-E634-4102-829E-99E7F3644535}" destId="{BF3A68EF-6A7D-44E8-B740-07860E8B4153}" srcOrd="2" destOrd="0" presId="urn:microsoft.com/office/officeart/2018/2/layout/IconVerticalSolidList"/>
    <dgm:cxn modelId="{1BF8CF63-2AB7-4A32-A3C8-1D7CACD190A6}" type="presParOf" srcId="{CE4EE09D-E634-4102-829E-99E7F3644535}" destId="{4882FC2F-EE6C-4BD7-B332-4731D79C41E1}" srcOrd="3" destOrd="0" presId="urn:microsoft.com/office/officeart/2018/2/layout/IconVerticalSolidList"/>
    <dgm:cxn modelId="{0A9ABBF1-34F6-4F29-9895-BCF67F325232}" type="presParOf" srcId="{289B7333-D782-430F-AC27-8C531543527A}" destId="{B644C69B-55F9-4743-B646-A6428AA8517C}" srcOrd="1" destOrd="0" presId="urn:microsoft.com/office/officeart/2018/2/layout/IconVerticalSolidList"/>
    <dgm:cxn modelId="{D02D190B-084C-4B84-8C32-E3D811F65724}" type="presParOf" srcId="{289B7333-D782-430F-AC27-8C531543527A}" destId="{961E33EC-88CF-49CB-8F34-09198E4A9733}" srcOrd="2" destOrd="0" presId="urn:microsoft.com/office/officeart/2018/2/layout/IconVerticalSolidList"/>
    <dgm:cxn modelId="{68755953-3646-430F-8E16-09C1DFEF4E8F}" type="presParOf" srcId="{961E33EC-88CF-49CB-8F34-09198E4A9733}" destId="{58D42147-2E5C-4919-A054-3C47831D2CF6}" srcOrd="0" destOrd="0" presId="urn:microsoft.com/office/officeart/2018/2/layout/IconVerticalSolidList"/>
    <dgm:cxn modelId="{C28B81FC-AA7A-42A8-9041-02FF6F10B5B4}" type="presParOf" srcId="{961E33EC-88CF-49CB-8F34-09198E4A9733}" destId="{22E486A1-1C71-4D09-A47E-3E983938F8FA}" srcOrd="1" destOrd="0" presId="urn:microsoft.com/office/officeart/2018/2/layout/IconVerticalSolidList"/>
    <dgm:cxn modelId="{CF59F3C9-0E5B-411B-8363-031F16EFF3C8}" type="presParOf" srcId="{961E33EC-88CF-49CB-8F34-09198E4A9733}" destId="{AC5D24AE-E921-497F-A3B2-B756EF8BC46E}" srcOrd="2" destOrd="0" presId="urn:microsoft.com/office/officeart/2018/2/layout/IconVerticalSolidList"/>
    <dgm:cxn modelId="{968EC79D-F23E-42DD-9E42-2141FAC2976B}" type="presParOf" srcId="{961E33EC-88CF-49CB-8F34-09198E4A9733}" destId="{DEE4D0AD-5F4C-4354-B053-088369B3AB36}" srcOrd="3" destOrd="0" presId="urn:microsoft.com/office/officeart/2018/2/layout/IconVerticalSolidList"/>
    <dgm:cxn modelId="{CC06E291-79F6-4197-8CFF-BEC1FA33B546}" type="presParOf" srcId="{289B7333-D782-430F-AC27-8C531543527A}" destId="{773C7273-C242-4314-B602-31AD2260C734}" srcOrd="3" destOrd="0" presId="urn:microsoft.com/office/officeart/2018/2/layout/IconVerticalSolidList"/>
    <dgm:cxn modelId="{56D0B497-9C20-4910-A352-0139FCF4282C}" type="presParOf" srcId="{289B7333-D782-430F-AC27-8C531543527A}" destId="{A2F968CE-35AE-4B7B-8785-4DC5AC23DEB6}" srcOrd="4" destOrd="0" presId="urn:microsoft.com/office/officeart/2018/2/layout/IconVerticalSolidList"/>
    <dgm:cxn modelId="{336E0BCA-75C9-4006-A18D-A4A214C74F6E}" type="presParOf" srcId="{A2F968CE-35AE-4B7B-8785-4DC5AC23DEB6}" destId="{8DAC0684-62F8-4877-8C62-487C40AB2963}" srcOrd="0" destOrd="0" presId="urn:microsoft.com/office/officeart/2018/2/layout/IconVerticalSolidList"/>
    <dgm:cxn modelId="{C1C0BBDE-87B7-4919-8B70-12E3E49EEB60}" type="presParOf" srcId="{A2F968CE-35AE-4B7B-8785-4DC5AC23DEB6}" destId="{910E39BC-030B-42D4-B38C-3F2C67508192}" srcOrd="1" destOrd="0" presId="urn:microsoft.com/office/officeart/2018/2/layout/IconVerticalSolidList"/>
    <dgm:cxn modelId="{4CEC2BA4-552E-4EB1-BABD-37FC333BDB44}" type="presParOf" srcId="{A2F968CE-35AE-4B7B-8785-4DC5AC23DEB6}" destId="{E05AA5A9-37A4-4524-B28E-855108986999}" srcOrd="2" destOrd="0" presId="urn:microsoft.com/office/officeart/2018/2/layout/IconVerticalSolidList"/>
    <dgm:cxn modelId="{D3FC3F43-DB69-4A75-B182-883A59C48672}" type="presParOf" srcId="{A2F968CE-35AE-4B7B-8785-4DC5AC23DEB6}" destId="{36F303F5-606F-438C-8F8F-06335A3E0BA7}" srcOrd="3" destOrd="0" presId="urn:microsoft.com/office/officeart/2018/2/layout/IconVerticalSolidList"/>
    <dgm:cxn modelId="{F2CA1E44-6B7C-48B8-BAAA-8653BEB3D4C7}" type="presParOf" srcId="{289B7333-D782-430F-AC27-8C531543527A}" destId="{D5E816C4-FBEC-4DA4-84DD-7ADE9E4B20E6}" srcOrd="5" destOrd="0" presId="urn:microsoft.com/office/officeart/2018/2/layout/IconVerticalSolidList"/>
    <dgm:cxn modelId="{DEBCE5F2-810E-482A-A2DD-F4E71B7CF566}" type="presParOf" srcId="{289B7333-D782-430F-AC27-8C531543527A}" destId="{3C478AAF-6751-4E67-8460-2E38E29BC524}" srcOrd="6" destOrd="0" presId="urn:microsoft.com/office/officeart/2018/2/layout/IconVerticalSolidList"/>
    <dgm:cxn modelId="{45E3B600-FEF0-49E1-A3F6-3EF552385552}" type="presParOf" srcId="{3C478AAF-6751-4E67-8460-2E38E29BC524}" destId="{8D418BEE-56FD-49FA-AE30-3384F9A60A41}" srcOrd="0" destOrd="0" presId="urn:microsoft.com/office/officeart/2018/2/layout/IconVerticalSolidList"/>
    <dgm:cxn modelId="{C23B9098-70FB-429E-B308-4379A209C6C9}" type="presParOf" srcId="{3C478AAF-6751-4E67-8460-2E38E29BC524}" destId="{1478798A-802F-484A-8D28-74B2D4002D9F}" srcOrd="1" destOrd="0" presId="urn:microsoft.com/office/officeart/2018/2/layout/IconVerticalSolidList"/>
    <dgm:cxn modelId="{78D6ED0D-784C-479D-8604-CFD694E91BD9}" type="presParOf" srcId="{3C478AAF-6751-4E67-8460-2E38E29BC524}" destId="{95075B25-C0A4-473E-AD98-72371CE3A885}" srcOrd="2" destOrd="0" presId="urn:microsoft.com/office/officeart/2018/2/layout/IconVerticalSolidList"/>
    <dgm:cxn modelId="{FC6B92C4-DC14-46DD-8ACC-72BC40E01CBC}" type="presParOf" srcId="{3C478AAF-6751-4E67-8460-2E38E29BC524}" destId="{AEF2BCC5-C7AF-40B1-9418-7552EC1750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86C533-AF88-46FC-B6E3-0B59F997A1A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5F59788-096F-459F-916B-372A345BADDA}">
      <dgm:prSet/>
      <dgm:spPr/>
      <dgm:t>
        <a:bodyPr/>
        <a:lstStyle/>
        <a:p>
          <a:r>
            <a:rPr lang="en-US"/>
            <a:t>Compare ANN vs CNN performance on Fashion-MNIST</a:t>
          </a:r>
        </a:p>
      </dgm:t>
    </dgm:pt>
    <dgm:pt modelId="{497BE520-9C39-469E-B626-3D9B44E5539E}" type="parTrans" cxnId="{F56CB6C0-5AF7-472F-BF98-D3356BB5AB99}">
      <dgm:prSet/>
      <dgm:spPr/>
      <dgm:t>
        <a:bodyPr/>
        <a:lstStyle/>
        <a:p>
          <a:endParaRPr lang="en-US"/>
        </a:p>
      </dgm:t>
    </dgm:pt>
    <dgm:pt modelId="{3C8195CE-11A5-4B57-85D5-A4492021D30B}" type="sibTrans" cxnId="{F56CB6C0-5AF7-472F-BF98-D3356BB5AB99}">
      <dgm:prSet/>
      <dgm:spPr/>
      <dgm:t>
        <a:bodyPr/>
        <a:lstStyle/>
        <a:p>
          <a:endParaRPr lang="en-US"/>
        </a:p>
      </dgm:t>
    </dgm:pt>
    <dgm:pt modelId="{C0F4FA51-E98E-4951-A2BA-C6FD20516CBB}">
      <dgm:prSet/>
      <dgm:spPr/>
      <dgm:t>
        <a:bodyPr/>
        <a:lstStyle/>
        <a:p>
          <a:r>
            <a:rPr lang="en-US"/>
            <a:t>Implement proper data handling with leakage prevention</a:t>
          </a:r>
        </a:p>
      </dgm:t>
    </dgm:pt>
    <dgm:pt modelId="{366FD516-54B7-427E-98DE-E95F9F09DDC2}" type="parTrans" cxnId="{EFE9CEA4-A896-41BD-B962-E34C33CE7729}">
      <dgm:prSet/>
      <dgm:spPr/>
      <dgm:t>
        <a:bodyPr/>
        <a:lstStyle/>
        <a:p>
          <a:endParaRPr lang="en-US"/>
        </a:p>
      </dgm:t>
    </dgm:pt>
    <dgm:pt modelId="{7982849F-2411-4F37-BCA5-BB22DB1B1267}" type="sibTrans" cxnId="{EFE9CEA4-A896-41BD-B962-E34C33CE7729}">
      <dgm:prSet/>
      <dgm:spPr/>
      <dgm:t>
        <a:bodyPr/>
        <a:lstStyle/>
        <a:p>
          <a:endParaRPr lang="en-US"/>
        </a:p>
      </dgm:t>
    </dgm:pt>
    <dgm:pt modelId="{E1530270-9286-4B1F-BE76-CCDCFAA60606}">
      <dgm:prSet/>
      <dgm:spPr/>
      <dgm:t>
        <a:bodyPr/>
        <a:lstStyle/>
        <a:p>
          <a:r>
            <a:rPr lang="en-US"/>
            <a:t>Reusable, production-ready code pipeline</a:t>
          </a:r>
        </a:p>
      </dgm:t>
    </dgm:pt>
    <dgm:pt modelId="{03F25AC0-AC54-43BD-A965-5C31945803A4}" type="parTrans" cxnId="{A13BA9CD-0817-4169-B962-53409D17151F}">
      <dgm:prSet/>
      <dgm:spPr/>
      <dgm:t>
        <a:bodyPr/>
        <a:lstStyle/>
        <a:p>
          <a:endParaRPr lang="en-US"/>
        </a:p>
      </dgm:t>
    </dgm:pt>
    <dgm:pt modelId="{AF2628A3-EB21-4608-AAD0-ABDC516D6F77}" type="sibTrans" cxnId="{A13BA9CD-0817-4169-B962-53409D17151F}">
      <dgm:prSet/>
      <dgm:spPr/>
      <dgm:t>
        <a:bodyPr/>
        <a:lstStyle/>
        <a:p>
          <a:endParaRPr lang="en-US"/>
        </a:p>
      </dgm:t>
    </dgm:pt>
    <dgm:pt modelId="{461E90D1-E656-4F18-A378-AA1EB8A66426}">
      <dgm:prSet/>
      <dgm:spPr/>
      <dgm:t>
        <a:bodyPr/>
        <a:lstStyle/>
        <a:p>
          <a:r>
            <a:rPr lang="en-US"/>
            <a:t>Interactive inference system for real-world deployment</a:t>
          </a:r>
        </a:p>
      </dgm:t>
    </dgm:pt>
    <dgm:pt modelId="{D5D2115A-C0F0-4587-8A35-DD42E74472E2}" type="parTrans" cxnId="{F2AE7827-09AC-450D-9528-EF781136DFBF}">
      <dgm:prSet/>
      <dgm:spPr/>
      <dgm:t>
        <a:bodyPr/>
        <a:lstStyle/>
        <a:p>
          <a:endParaRPr lang="en-US"/>
        </a:p>
      </dgm:t>
    </dgm:pt>
    <dgm:pt modelId="{4A8EE033-4EB4-46EB-B5FC-259622F30BEE}" type="sibTrans" cxnId="{F2AE7827-09AC-450D-9528-EF781136DFBF}">
      <dgm:prSet/>
      <dgm:spPr/>
      <dgm:t>
        <a:bodyPr/>
        <a:lstStyle/>
        <a:p>
          <a:endParaRPr lang="en-US"/>
        </a:p>
      </dgm:t>
    </dgm:pt>
    <dgm:pt modelId="{9E6AA718-F667-4E98-8081-2822A74F11C8}" type="pres">
      <dgm:prSet presAssocID="{7B86C533-AF88-46FC-B6E3-0B59F997A1AA}" presName="linear" presStyleCnt="0">
        <dgm:presLayoutVars>
          <dgm:animLvl val="lvl"/>
          <dgm:resizeHandles val="exact"/>
        </dgm:presLayoutVars>
      </dgm:prSet>
      <dgm:spPr/>
    </dgm:pt>
    <dgm:pt modelId="{AEBC02CA-53DF-4095-8F92-A37EBCBFC7B0}" type="pres">
      <dgm:prSet presAssocID="{D5F59788-096F-459F-916B-372A345BADD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AC422D7-A49B-4BD0-BDFB-15081F8730F6}" type="pres">
      <dgm:prSet presAssocID="{3C8195CE-11A5-4B57-85D5-A4492021D30B}" presName="spacer" presStyleCnt="0"/>
      <dgm:spPr/>
    </dgm:pt>
    <dgm:pt modelId="{B89BB73C-5958-4F26-A4BD-E4A71A371BF6}" type="pres">
      <dgm:prSet presAssocID="{C0F4FA51-E98E-4951-A2BA-C6FD20516CB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3C44473-81A0-4E26-89B9-549D974156A2}" type="pres">
      <dgm:prSet presAssocID="{7982849F-2411-4F37-BCA5-BB22DB1B1267}" presName="spacer" presStyleCnt="0"/>
      <dgm:spPr/>
    </dgm:pt>
    <dgm:pt modelId="{1F9D596B-7C9C-40F2-A0BF-FDBB7D0C5589}" type="pres">
      <dgm:prSet presAssocID="{E1530270-9286-4B1F-BE76-CCDCFAA6060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913023C-284A-4C7A-B79D-D5E68EB19CE0}" type="pres">
      <dgm:prSet presAssocID="{AF2628A3-EB21-4608-AAD0-ABDC516D6F77}" presName="spacer" presStyleCnt="0"/>
      <dgm:spPr/>
    </dgm:pt>
    <dgm:pt modelId="{37D6DE71-020C-4C66-9E91-FBAA297C30DD}" type="pres">
      <dgm:prSet presAssocID="{461E90D1-E656-4F18-A378-AA1EB8A6642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93BE31F-AC05-446C-B3F9-9B07B035C879}" type="presOf" srcId="{461E90D1-E656-4F18-A378-AA1EB8A66426}" destId="{37D6DE71-020C-4C66-9E91-FBAA297C30DD}" srcOrd="0" destOrd="0" presId="urn:microsoft.com/office/officeart/2005/8/layout/vList2"/>
    <dgm:cxn modelId="{F2AE7827-09AC-450D-9528-EF781136DFBF}" srcId="{7B86C533-AF88-46FC-B6E3-0B59F997A1AA}" destId="{461E90D1-E656-4F18-A378-AA1EB8A66426}" srcOrd="3" destOrd="0" parTransId="{D5D2115A-C0F0-4587-8A35-DD42E74472E2}" sibTransId="{4A8EE033-4EB4-46EB-B5FC-259622F30BEE}"/>
    <dgm:cxn modelId="{8CB3546A-B58C-4208-A2B3-9F9D5E67E220}" type="presOf" srcId="{7B86C533-AF88-46FC-B6E3-0B59F997A1AA}" destId="{9E6AA718-F667-4E98-8081-2822A74F11C8}" srcOrd="0" destOrd="0" presId="urn:microsoft.com/office/officeart/2005/8/layout/vList2"/>
    <dgm:cxn modelId="{78CC784F-E1AB-4E4C-B0FD-911FBED762E6}" type="presOf" srcId="{C0F4FA51-E98E-4951-A2BA-C6FD20516CBB}" destId="{B89BB73C-5958-4F26-A4BD-E4A71A371BF6}" srcOrd="0" destOrd="0" presId="urn:microsoft.com/office/officeart/2005/8/layout/vList2"/>
    <dgm:cxn modelId="{EFE9CEA4-A896-41BD-B962-E34C33CE7729}" srcId="{7B86C533-AF88-46FC-B6E3-0B59F997A1AA}" destId="{C0F4FA51-E98E-4951-A2BA-C6FD20516CBB}" srcOrd="1" destOrd="0" parTransId="{366FD516-54B7-427E-98DE-E95F9F09DDC2}" sibTransId="{7982849F-2411-4F37-BCA5-BB22DB1B1267}"/>
    <dgm:cxn modelId="{098585AE-9A91-4C46-8BFC-9D266E6B1F41}" type="presOf" srcId="{D5F59788-096F-459F-916B-372A345BADDA}" destId="{AEBC02CA-53DF-4095-8F92-A37EBCBFC7B0}" srcOrd="0" destOrd="0" presId="urn:microsoft.com/office/officeart/2005/8/layout/vList2"/>
    <dgm:cxn modelId="{F56CB6C0-5AF7-472F-BF98-D3356BB5AB99}" srcId="{7B86C533-AF88-46FC-B6E3-0B59F997A1AA}" destId="{D5F59788-096F-459F-916B-372A345BADDA}" srcOrd="0" destOrd="0" parTransId="{497BE520-9C39-469E-B626-3D9B44E5539E}" sibTransId="{3C8195CE-11A5-4B57-85D5-A4492021D30B}"/>
    <dgm:cxn modelId="{A13BA9CD-0817-4169-B962-53409D17151F}" srcId="{7B86C533-AF88-46FC-B6E3-0B59F997A1AA}" destId="{E1530270-9286-4B1F-BE76-CCDCFAA60606}" srcOrd="2" destOrd="0" parTransId="{03F25AC0-AC54-43BD-A965-5C31945803A4}" sibTransId="{AF2628A3-EB21-4608-AAD0-ABDC516D6F77}"/>
    <dgm:cxn modelId="{44C1EAD8-3ACE-479C-A3C5-9C93F4056390}" type="presOf" srcId="{E1530270-9286-4B1F-BE76-CCDCFAA60606}" destId="{1F9D596B-7C9C-40F2-A0BF-FDBB7D0C5589}" srcOrd="0" destOrd="0" presId="urn:microsoft.com/office/officeart/2005/8/layout/vList2"/>
    <dgm:cxn modelId="{749EDF19-4780-4B25-AB9B-A683191F66B2}" type="presParOf" srcId="{9E6AA718-F667-4E98-8081-2822A74F11C8}" destId="{AEBC02CA-53DF-4095-8F92-A37EBCBFC7B0}" srcOrd="0" destOrd="0" presId="urn:microsoft.com/office/officeart/2005/8/layout/vList2"/>
    <dgm:cxn modelId="{18784F80-E8B8-4A13-9ECD-C42E0E9026B7}" type="presParOf" srcId="{9E6AA718-F667-4E98-8081-2822A74F11C8}" destId="{6AC422D7-A49B-4BD0-BDFB-15081F8730F6}" srcOrd="1" destOrd="0" presId="urn:microsoft.com/office/officeart/2005/8/layout/vList2"/>
    <dgm:cxn modelId="{8F6E2595-F4DA-47AF-9FC9-C7D81E2EF0C5}" type="presParOf" srcId="{9E6AA718-F667-4E98-8081-2822A74F11C8}" destId="{B89BB73C-5958-4F26-A4BD-E4A71A371BF6}" srcOrd="2" destOrd="0" presId="urn:microsoft.com/office/officeart/2005/8/layout/vList2"/>
    <dgm:cxn modelId="{E0309029-DB7E-4AAA-9300-E96FF41B893D}" type="presParOf" srcId="{9E6AA718-F667-4E98-8081-2822A74F11C8}" destId="{53C44473-81A0-4E26-89B9-549D974156A2}" srcOrd="3" destOrd="0" presId="urn:microsoft.com/office/officeart/2005/8/layout/vList2"/>
    <dgm:cxn modelId="{00151EED-3886-4ACC-954C-307DB03B694F}" type="presParOf" srcId="{9E6AA718-F667-4E98-8081-2822A74F11C8}" destId="{1F9D596B-7C9C-40F2-A0BF-FDBB7D0C5589}" srcOrd="4" destOrd="0" presId="urn:microsoft.com/office/officeart/2005/8/layout/vList2"/>
    <dgm:cxn modelId="{E95B082B-1D63-4F99-AFAA-BAFB72794941}" type="presParOf" srcId="{9E6AA718-F667-4E98-8081-2822A74F11C8}" destId="{0913023C-284A-4C7A-B79D-D5E68EB19CE0}" srcOrd="5" destOrd="0" presId="urn:microsoft.com/office/officeart/2005/8/layout/vList2"/>
    <dgm:cxn modelId="{D04C769E-82BC-48BB-B6E4-F5E8D3C4A18E}" type="presParOf" srcId="{9E6AA718-F667-4E98-8081-2822A74F11C8}" destId="{37D6DE71-020C-4C66-9E91-FBAA297C30D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0F806E-100E-4127-B97D-70609862F5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10E919-C25F-49C5-826A-802BD5F4D5ED}">
      <dgm:prSet/>
      <dgm:spPr/>
      <dgm:t>
        <a:bodyPr/>
        <a:lstStyle/>
        <a:p>
          <a:r>
            <a:rPr lang="en-US"/>
            <a:t>Dataset : Fashion-MNIST</a:t>
          </a:r>
        </a:p>
      </dgm:t>
    </dgm:pt>
    <dgm:pt modelId="{A34E37A7-C6A1-43DC-B375-6FAD5E7DB9E1}" type="parTrans" cxnId="{30ECBCEA-2591-4C5F-9126-00DBAFA50D46}">
      <dgm:prSet/>
      <dgm:spPr/>
      <dgm:t>
        <a:bodyPr/>
        <a:lstStyle/>
        <a:p>
          <a:endParaRPr lang="en-US"/>
        </a:p>
      </dgm:t>
    </dgm:pt>
    <dgm:pt modelId="{85B0535D-187C-47C9-A225-53328203B01A}" type="sibTrans" cxnId="{30ECBCEA-2591-4C5F-9126-00DBAFA50D46}">
      <dgm:prSet/>
      <dgm:spPr/>
      <dgm:t>
        <a:bodyPr/>
        <a:lstStyle/>
        <a:p>
          <a:endParaRPr lang="en-US"/>
        </a:p>
      </dgm:t>
    </dgm:pt>
    <dgm:pt modelId="{D9EEA9F2-129E-4790-A633-28B0109C9003}">
      <dgm:prSet/>
      <dgm:spPr/>
      <dgm:t>
        <a:bodyPr/>
        <a:lstStyle/>
        <a:p>
          <a:r>
            <a:rPr lang="en-US"/>
            <a:t>Training: 60,000 images (28×28 pixels) </a:t>
          </a:r>
        </a:p>
      </dgm:t>
    </dgm:pt>
    <dgm:pt modelId="{14F3F9B9-2EC2-4AF1-B7D1-7E275D46D0F0}" type="parTrans" cxnId="{988F18F5-FE27-4276-AB78-B99C26FC72BF}">
      <dgm:prSet/>
      <dgm:spPr/>
      <dgm:t>
        <a:bodyPr/>
        <a:lstStyle/>
        <a:p>
          <a:endParaRPr lang="en-US"/>
        </a:p>
      </dgm:t>
    </dgm:pt>
    <dgm:pt modelId="{B4629A65-128F-4F04-8CD1-F273F8C0F600}" type="sibTrans" cxnId="{988F18F5-FE27-4276-AB78-B99C26FC72BF}">
      <dgm:prSet/>
      <dgm:spPr/>
      <dgm:t>
        <a:bodyPr/>
        <a:lstStyle/>
        <a:p>
          <a:endParaRPr lang="en-US"/>
        </a:p>
      </dgm:t>
    </dgm:pt>
    <dgm:pt modelId="{05BEB731-F5B4-45EA-ADFA-6811B99B7ACA}">
      <dgm:prSet/>
      <dgm:spPr/>
      <dgm:t>
        <a:bodyPr/>
        <a:lstStyle/>
        <a:p>
          <a:r>
            <a:rPr lang="en-US"/>
            <a:t>Split: Train (54K) / Validation (6K) / Test (10K)</a:t>
          </a:r>
        </a:p>
      </dgm:t>
    </dgm:pt>
    <dgm:pt modelId="{12EB5F6A-9CF8-46DA-818E-4C3268E4F696}" type="parTrans" cxnId="{F1B6613D-B1BC-4AD1-818E-C0B49A6B20EF}">
      <dgm:prSet/>
      <dgm:spPr/>
      <dgm:t>
        <a:bodyPr/>
        <a:lstStyle/>
        <a:p>
          <a:endParaRPr lang="en-US"/>
        </a:p>
      </dgm:t>
    </dgm:pt>
    <dgm:pt modelId="{489EBCF2-904E-42D0-85D6-0D6930C06E57}" type="sibTrans" cxnId="{F1B6613D-B1BC-4AD1-818E-C0B49A6B20EF}">
      <dgm:prSet/>
      <dgm:spPr/>
      <dgm:t>
        <a:bodyPr/>
        <a:lstStyle/>
        <a:p>
          <a:endParaRPr lang="en-US"/>
        </a:p>
      </dgm:t>
    </dgm:pt>
    <dgm:pt modelId="{96D89781-1CC3-449B-952C-988F291BDC71}">
      <dgm:prSet/>
      <dgm:spPr/>
      <dgm:t>
        <a:bodyPr/>
        <a:lstStyle/>
        <a:p>
          <a:r>
            <a:rPr lang="en-US"/>
            <a:t>Normalization: [0, 255] → [0, 1]</a:t>
          </a:r>
        </a:p>
      </dgm:t>
    </dgm:pt>
    <dgm:pt modelId="{422B4AFC-7D76-498B-B732-83BD58BEFFE0}" type="parTrans" cxnId="{21C10DAE-2CED-447E-80D7-4AB5413CCE82}">
      <dgm:prSet/>
      <dgm:spPr/>
      <dgm:t>
        <a:bodyPr/>
        <a:lstStyle/>
        <a:p>
          <a:endParaRPr lang="en-US"/>
        </a:p>
      </dgm:t>
    </dgm:pt>
    <dgm:pt modelId="{7002528C-F29E-4719-984C-18A846602AEB}" type="sibTrans" cxnId="{21C10DAE-2CED-447E-80D7-4AB5413CCE82}">
      <dgm:prSet/>
      <dgm:spPr/>
      <dgm:t>
        <a:bodyPr/>
        <a:lstStyle/>
        <a:p>
          <a:endParaRPr lang="en-US"/>
        </a:p>
      </dgm:t>
    </dgm:pt>
    <dgm:pt modelId="{6A14CBF0-9733-454D-A096-64EAFB7029B8}">
      <dgm:prSet/>
      <dgm:spPr/>
      <dgm:t>
        <a:bodyPr/>
        <a:lstStyle/>
        <a:p>
          <a:r>
            <a:rPr lang="en-US"/>
            <a:t>Some classes visually similar (Shirt/T-shirt)</a:t>
          </a:r>
        </a:p>
      </dgm:t>
    </dgm:pt>
    <dgm:pt modelId="{3E550EC5-1215-4FCC-95B5-0FFC60968FEA}" type="parTrans" cxnId="{A47C0364-4F61-4727-B84F-4C70BB143772}">
      <dgm:prSet/>
      <dgm:spPr/>
      <dgm:t>
        <a:bodyPr/>
        <a:lstStyle/>
        <a:p>
          <a:endParaRPr lang="en-US"/>
        </a:p>
      </dgm:t>
    </dgm:pt>
    <dgm:pt modelId="{44FC1F3F-9331-406D-A49F-4AC2BA097DA6}" type="sibTrans" cxnId="{A47C0364-4F61-4727-B84F-4C70BB143772}">
      <dgm:prSet/>
      <dgm:spPr/>
      <dgm:t>
        <a:bodyPr/>
        <a:lstStyle/>
        <a:p>
          <a:endParaRPr lang="en-US"/>
        </a:p>
      </dgm:t>
    </dgm:pt>
    <dgm:pt modelId="{F8FF1EED-611F-4C9D-B3E7-6BF83C091DEC}">
      <dgm:prSet/>
      <dgm:spPr/>
      <dgm:t>
        <a:bodyPr/>
        <a:lstStyle/>
        <a:p>
          <a:r>
            <a:rPr lang="en-US"/>
            <a:t>Data leakage prevention : Statistics from training only</a:t>
          </a:r>
        </a:p>
      </dgm:t>
    </dgm:pt>
    <dgm:pt modelId="{B2ED6669-A77B-4EEE-BA7A-65364F765205}" type="parTrans" cxnId="{8400541E-9666-4FFE-8C8E-D106E43FFC6D}">
      <dgm:prSet/>
      <dgm:spPr/>
      <dgm:t>
        <a:bodyPr/>
        <a:lstStyle/>
        <a:p>
          <a:endParaRPr lang="en-US"/>
        </a:p>
      </dgm:t>
    </dgm:pt>
    <dgm:pt modelId="{C81F9D73-9EEA-434B-A55B-4C7A8850AC3F}" type="sibTrans" cxnId="{8400541E-9666-4FFE-8C8E-D106E43FFC6D}">
      <dgm:prSet/>
      <dgm:spPr/>
      <dgm:t>
        <a:bodyPr/>
        <a:lstStyle/>
        <a:p>
          <a:endParaRPr lang="en-US"/>
        </a:p>
      </dgm:t>
    </dgm:pt>
    <dgm:pt modelId="{FF8EBCD2-E4F4-49CE-B03E-043622EE2E12}" type="pres">
      <dgm:prSet presAssocID="{610F806E-100E-4127-B97D-70609862F593}" presName="root" presStyleCnt="0">
        <dgm:presLayoutVars>
          <dgm:dir/>
          <dgm:resizeHandles val="exact"/>
        </dgm:presLayoutVars>
      </dgm:prSet>
      <dgm:spPr/>
    </dgm:pt>
    <dgm:pt modelId="{4F125371-03AA-4CA2-8685-BA2BBF9C686E}" type="pres">
      <dgm:prSet presAssocID="{A010E919-C25F-49C5-826A-802BD5F4D5ED}" presName="compNode" presStyleCnt="0"/>
      <dgm:spPr/>
    </dgm:pt>
    <dgm:pt modelId="{367E1080-B402-4B60-AADD-0E3DCAA31528}" type="pres">
      <dgm:prSet presAssocID="{A010E919-C25F-49C5-826A-802BD5F4D5ED}" presName="bgRect" presStyleLbl="bgShp" presStyleIdx="0" presStyleCnt="6"/>
      <dgm:spPr/>
    </dgm:pt>
    <dgm:pt modelId="{0B9C732E-A953-46D6-BF37-D4EFC43A4C7B}" type="pres">
      <dgm:prSet presAssocID="{A010E919-C25F-49C5-826A-802BD5F4D5E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42FF325-812A-4360-8E9E-69D6EE9B5AA1}" type="pres">
      <dgm:prSet presAssocID="{A010E919-C25F-49C5-826A-802BD5F4D5ED}" presName="spaceRect" presStyleCnt="0"/>
      <dgm:spPr/>
    </dgm:pt>
    <dgm:pt modelId="{BCAB534C-6C18-42EC-B6F6-DB0C8F911AA3}" type="pres">
      <dgm:prSet presAssocID="{A010E919-C25F-49C5-826A-802BD5F4D5ED}" presName="parTx" presStyleLbl="revTx" presStyleIdx="0" presStyleCnt="6">
        <dgm:presLayoutVars>
          <dgm:chMax val="0"/>
          <dgm:chPref val="0"/>
        </dgm:presLayoutVars>
      </dgm:prSet>
      <dgm:spPr/>
    </dgm:pt>
    <dgm:pt modelId="{10A94FE6-43BF-4EDD-BE2D-39A03E6D0A91}" type="pres">
      <dgm:prSet presAssocID="{85B0535D-187C-47C9-A225-53328203B01A}" presName="sibTrans" presStyleCnt="0"/>
      <dgm:spPr/>
    </dgm:pt>
    <dgm:pt modelId="{30360B91-A3A5-4BDE-A193-8BE236FF59BB}" type="pres">
      <dgm:prSet presAssocID="{D9EEA9F2-129E-4790-A633-28B0109C9003}" presName="compNode" presStyleCnt="0"/>
      <dgm:spPr/>
    </dgm:pt>
    <dgm:pt modelId="{8A373660-7AEC-4410-9871-E25CC430EBE8}" type="pres">
      <dgm:prSet presAssocID="{D9EEA9F2-129E-4790-A633-28B0109C9003}" presName="bgRect" presStyleLbl="bgShp" presStyleIdx="1" presStyleCnt="6"/>
      <dgm:spPr/>
    </dgm:pt>
    <dgm:pt modelId="{E9F69973-DCB2-42E4-851B-56B7028D86AA}" type="pres">
      <dgm:prSet presAssocID="{D9EEA9F2-129E-4790-A633-28B0109C900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2A07D69-F7C7-4CF3-86F3-0D3A8446EB9B}" type="pres">
      <dgm:prSet presAssocID="{D9EEA9F2-129E-4790-A633-28B0109C9003}" presName="spaceRect" presStyleCnt="0"/>
      <dgm:spPr/>
    </dgm:pt>
    <dgm:pt modelId="{BDC60CE7-08B3-41C1-8F15-9DBFA08B285A}" type="pres">
      <dgm:prSet presAssocID="{D9EEA9F2-129E-4790-A633-28B0109C9003}" presName="parTx" presStyleLbl="revTx" presStyleIdx="1" presStyleCnt="6">
        <dgm:presLayoutVars>
          <dgm:chMax val="0"/>
          <dgm:chPref val="0"/>
        </dgm:presLayoutVars>
      </dgm:prSet>
      <dgm:spPr/>
    </dgm:pt>
    <dgm:pt modelId="{E4955A67-C836-473E-BBDE-9FED6B4E2CAF}" type="pres">
      <dgm:prSet presAssocID="{B4629A65-128F-4F04-8CD1-F273F8C0F600}" presName="sibTrans" presStyleCnt="0"/>
      <dgm:spPr/>
    </dgm:pt>
    <dgm:pt modelId="{BE60C119-8D48-44D2-A769-07D98A2D9508}" type="pres">
      <dgm:prSet presAssocID="{05BEB731-F5B4-45EA-ADFA-6811B99B7ACA}" presName="compNode" presStyleCnt="0"/>
      <dgm:spPr/>
    </dgm:pt>
    <dgm:pt modelId="{257EF127-21F1-4193-AA1A-EDA12E8D0768}" type="pres">
      <dgm:prSet presAssocID="{05BEB731-F5B4-45EA-ADFA-6811B99B7ACA}" presName="bgRect" presStyleLbl="bgShp" presStyleIdx="2" presStyleCnt="6"/>
      <dgm:spPr/>
    </dgm:pt>
    <dgm:pt modelId="{3DA3E2F1-6762-4846-8DA5-86C284CD92ED}" type="pres">
      <dgm:prSet presAssocID="{05BEB731-F5B4-45EA-ADFA-6811B99B7AC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1BA380B7-338F-4713-B5C0-1DF2FB75C8A7}" type="pres">
      <dgm:prSet presAssocID="{05BEB731-F5B4-45EA-ADFA-6811B99B7ACA}" presName="spaceRect" presStyleCnt="0"/>
      <dgm:spPr/>
    </dgm:pt>
    <dgm:pt modelId="{B5BD1324-0FA5-4F00-BAD7-234A03326D60}" type="pres">
      <dgm:prSet presAssocID="{05BEB731-F5B4-45EA-ADFA-6811B99B7ACA}" presName="parTx" presStyleLbl="revTx" presStyleIdx="2" presStyleCnt="6">
        <dgm:presLayoutVars>
          <dgm:chMax val="0"/>
          <dgm:chPref val="0"/>
        </dgm:presLayoutVars>
      </dgm:prSet>
      <dgm:spPr/>
    </dgm:pt>
    <dgm:pt modelId="{98D6D1BD-01FC-440E-89EE-3B7C2BEF6B8E}" type="pres">
      <dgm:prSet presAssocID="{489EBCF2-904E-42D0-85D6-0D6930C06E57}" presName="sibTrans" presStyleCnt="0"/>
      <dgm:spPr/>
    </dgm:pt>
    <dgm:pt modelId="{EFC4B9D6-C8B5-472E-B08D-0660EAC31AAB}" type="pres">
      <dgm:prSet presAssocID="{96D89781-1CC3-449B-952C-988F291BDC71}" presName="compNode" presStyleCnt="0"/>
      <dgm:spPr/>
    </dgm:pt>
    <dgm:pt modelId="{CFD3D71D-55AA-4D9C-B025-89DB2DB41A82}" type="pres">
      <dgm:prSet presAssocID="{96D89781-1CC3-449B-952C-988F291BDC71}" presName="bgRect" presStyleLbl="bgShp" presStyleIdx="3" presStyleCnt="6"/>
      <dgm:spPr/>
    </dgm:pt>
    <dgm:pt modelId="{B3340A27-6F10-40E2-B9E9-F2D3FED3454C}" type="pres">
      <dgm:prSet presAssocID="{96D89781-1CC3-449B-952C-988F291BDC7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04B872C0-CFF1-44E8-94CB-FD5E7B2B6C17}" type="pres">
      <dgm:prSet presAssocID="{96D89781-1CC3-449B-952C-988F291BDC71}" presName="spaceRect" presStyleCnt="0"/>
      <dgm:spPr/>
    </dgm:pt>
    <dgm:pt modelId="{D7E57FE4-3C9D-45DB-848A-2DCBF41596A1}" type="pres">
      <dgm:prSet presAssocID="{96D89781-1CC3-449B-952C-988F291BDC71}" presName="parTx" presStyleLbl="revTx" presStyleIdx="3" presStyleCnt="6">
        <dgm:presLayoutVars>
          <dgm:chMax val="0"/>
          <dgm:chPref val="0"/>
        </dgm:presLayoutVars>
      </dgm:prSet>
      <dgm:spPr/>
    </dgm:pt>
    <dgm:pt modelId="{5E8B4F71-7403-4E94-8847-DDF5137E8C9C}" type="pres">
      <dgm:prSet presAssocID="{7002528C-F29E-4719-984C-18A846602AEB}" presName="sibTrans" presStyleCnt="0"/>
      <dgm:spPr/>
    </dgm:pt>
    <dgm:pt modelId="{B1ADE407-D35D-4C09-83F5-FDEE8A4E5EE0}" type="pres">
      <dgm:prSet presAssocID="{6A14CBF0-9733-454D-A096-64EAFB7029B8}" presName="compNode" presStyleCnt="0"/>
      <dgm:spPr/>
    </dgm:pt>
    <dgm:pt modelId="{A8FE692D-8132-4D3C-8690-F3415AC3E206}" type="pres">
      <dgm:prSet presAssocID="{6A14CBF0-9733-454D-A096-64EAFB7029B8}" presName="bgRect" presStyleLbl="bgShp" presStyleIdx="4" presStyleCnt="6"/>
      <dgm:spPr/>
    </dgm:pt>
    <dgm:pt modelId="{1A83C06E-F794-481B-A3B3-90DF53347212}" type="pres">
      <dgm:prSet presAssocID="{6A14CBF0-9733-454D-A096-64EAFB7029B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ng sleeve shirt"/>
        </a:ext>
      </dgm:extLst>
    </dgm:pt>
    <dgm:pt modelId="{5FD06697-6712-498E-9F44-A0AB51389BAD}" type="pres">
      <dgm:prSet presAssocID="{6A14CBF0-9733-454D-A096-64EAFB7029B8}" presName="spaceRect" presStyleCnt="0"/>
      <dgm:spPr/>
    </dgm:pt>
    <dgm:pt modelId="{EE28C528-D79C-47E6-9CF9-E1FBA8EEE225}" type="pres">
      <dgm:prSet presAssocID="{6A14CBF0-9733-454D-A096-64EAFB7029B8}" presName="parTx" presStyleLbl="revTx" presStyleIdx="4" presStyleCnt="6">
        <dgm:presLayoutVars>
          <dgm:chMax val="0"/>
          <dgm:chPref val="0"/>
        </dgm:presLayoutVars>
      </dgm:prSet>
      <dgm:spPr/>
    </dgm:pt>
    <dgm:pt modelId="{EA507B5A-2AD8-45F4-8050-3B0B89AC79AD}" type="pres">
      <dgm:prSet presAssocID="{44FC1F3F-9331-406D-A49F-4AC2BA097DA6}" presName="sibTrans" presStyleCnt="0"/>
      <dgm:spPr/>
    </dgm:pt>
    <dgm:pt modelId="{6F195E18-E80F-42CB-A837-E1B81146B544}" type="pres">
      <dgm:prSet presAssocID="{F8FF1EED-611F-4C9D-B3E7-6BF83C091DEC}" presName="compNode" presStyleCnt="0"/>
      <dgm:spPr/>
    </dgm:pt>
    <dgm:pt modelId="{82070214-77C0-4D30-BA07-5A1E1565678C}" type="pres">
      <dgm:prSet presAssocID="{F8FF1EED-611F-4C9D-B3E7-6BF83C091DEC}" presName="bgRect" presStyleLbl="bgShp" presStyleIdx="5" presStyleCnt="6"/>
      <dgm:spPr/>
    </dgm:pt>
    <dgm:pt modelId="{115CD52F-92B7-4A63-A7D1-DB17A4C3FCF9}" type="pres">
      <dgm:prSet presAssocID="{F8FF1EED-611F-4C9D-B3E7-6BF83C091DE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4A8FD02-55D7-4715-B546-990AF2248119}" type="pres">
      <dgm:prSet presAssocID="{F8FF1EED-611F-4C9D-B3E7-6BF83C091DEC}" presName="spaceRect" presStyleCnt="0"/>
      <dgm:spPr/>
    </dgm:pt>
    <dgm:pt modelId="{4AAFB7E7-EA99-4CBB-A6D2-E34EDCA5F583}" type="pres">
      <dgm:prSet presAssocID="{F8FF1EED-611F-4C9D-B3E7-6BF83C091DEC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400541E-9666-4FFE-8C8E-D106E43FFC6D}" srcId="{610F806E-100E-4127-B97D-70609862F593}" destId="{F8FF1EED-611F-4C9D-B3E7-6BF83C091DEC}" srcOrd="5" destOrd="0" parTransId="{B2ED6669-A77B-4EEE-BA7A-65364F765205}" sibTransId="{C81F9D73-9EEA-434B-A55B-4C7A8850AC3F}"/>
    <dgm:cxn modelId="{3B4E5938-11FB-4217-8694-38DDB662F349}" type="presOf" srcId="{96D89781-1CC3-449B-952C-988F291BDC71}" destId="{D7E57FE4-3C9D-45DB-848A-2DCBF41596A1}" srcOrd="0" destOrd="0" presId="urn:microsoft.com/office/officeart/2018/2/layout/IconVerticalSolidList"/>
    <dgm:cxn modelId="{F1B6613D-B1BC-4AD1-818E-C0B49A6B20EF}" srcId="{610F806E-100E-4127-B97D-70609862F593}" destId="{05BEB731-F5B4-45EA-ADFA-6811B99B7ACA}" srcOrd="2" destOrd="0" parTransId="{12EB5F6A-9CF8-46DA-818E-4C3268E4F696}" sibTransId="{489EBCF2-904E-42D0-85D6-0D6930C06E57}"/>
    <dgm:cxn modelId="{A47C0364-4F61-4727-B84F-4C70BB143772}" srcId="{610F806E-100E-4127-B97D-70609862F593}" destId="{6A14CBF0-9733-454D-A096-64EAFB7029B8}" srcOrd="4" destOrd="0" parTransId="{3E550EC5-1215-4FCC-95B5-0FFC60968FEA}" sibTransId="{44FC1F3F-9331-406D-A49F-4AC2BA097DA6}"/>
    <dgm:cxn modelId="{41B8D373-EE78-4FB8-A593-7CAEB37721E8}" type="presOf" srcId="{A010E919-C25F-49C5-826A-802BD5F4D5ED}" destId="{BCAB534C-6C18-42EC-B6F6-DB0C8F911AA3}" srcOrd="0" destOrd="0" presId="urn:microsoft.com/office/officeart/2018/2/layout/IconVerticalSolidList"/>
    <dgm:cxn modelId="{917E9F8D-C579-45EB-B1BD-DAB52C004993}" type="presOf" srcId="{6A14CBF0-9733-454D-A096-64EAFB7029B8}" destId="{EE28C528-D79C-47E6-9CF9-E1FBA8EEE225}" srcOrd="0" destOrd="0" presId="urn:microsoft.com/office/officeart/2018/2/layout/IconVerticalSolidList"/>
    <dgm:cxn modelId="{27E30E8F-C401-4D16-9EBA-73035D55ADD8}" type="presOf" srcId="{D9EEA9F2-129E-4790-A633-28B0109C9003}" destId="{BDC60CE7-08B3-41C1-8F15-9DBFA08B285A}" srcOrd="0" destOrd="0" presId="urn:microsoft.com/office/officeart/2018/2/layout/IconVerticalSolidList"/>
    <dgm:cxn modelId="{21C10DAE-2CED-447E-80D7-4AB5413CCE82}" srcId="{610F806E-100E-4127-B97D-70609862F593}" destId="{96D89781-1CC3-449B-952C-988F291BDC71}" srcOrd="3" destOrd="0" parTransId="{422B4AFC-7D76-498B-B732-83BD58BEFFE0}" sibTransId="{7002528C-F29E-4719-984C-18A846602AEB}"/>
    <dgm:cxn modelId="{DB32BED6-7FEC-485B-B345-5F7294F08AC8}" type="presOf" srcId="{F8FF1EED-611F-4C9D-B3E7-6BF83C091DEC}" destId="{4AAFB7E7-EA99-4CBB-A6D2-E34EDCA5F583}" srcOrd="0" destOrd="0" presId="urn:microsoft.com/office/officeart/2018/2/layout/IconVerticalSolidList"/>
    <dgm:cxn modelId="{F70E7ADF-5C72-4D78-A794-BA0F97D32F17}" type="presOf" srcId="{610F806E-100E-4127-B97D-70609862F593}" destId="{FF8EBCD2-E4F4-49CE-B03E-043622EE2E12}" srcOrd="0" destOrd="0" presId="urn:microsoft.com/office/officeart/2018/2/layout/IconVerticalSolidList"/>
    <dgm:cxn modelId="{30ECBCEA-2591-4C5F-9126-00DBAFA50D46}" srcId="{610F806E-100E-4127-B97D-70609862F593}" destId="{A010E919-C25F-49C5-826A-802BD5F4D5ED}" srcOrd="0" destOrd="0" parTransId="{A34E37A7-C6A1-43DC-B375-6FAD5E7DB9E1}" sibTransId="{85B0535D-187C-47C9-A225-53328203B01A}"/>
    <dgm:cxn modelId="{59C2F0ED-DB60-4913-9904-CF97E512A699}" type="presOf" srcId="{05BEB731-F5B4-45EA-ADFA-6811B99B7ACA}" destId="{B5BD1324-0FA5-4F00-BAD7-234A03326D60}" srcOrd="0" destOrd="0" presId="urn:microsoft.com/office/officeart/2018/2/layout/IconVerticalSolidList"/>
    <dgm:cxn modelId="{988F18F5-FE27-4276-AB78-B99C26FC72BF}" srcId="{610F806E-100E-4127-B97D-70609862F593}" destId="{D9EEA9F2-129E-4790-A633-28B0109C9003}" srcOrd="1" destOrd="0" parTransId="{14F3F9B9-2EC2-4AF1-B7D1-7E275D46D0F0}" sibTransId="{B4629A65-128F-4F04-8CD1-F273F8C0F600}"/>
    <dgm:cxn modelId="{2B8B35BE-8848-4BB1-88CD-9BA859206C19}" type="presParOf" srcId="{FF8EBCD2-E4F4-49CE-B03E-043622EE2E12}" destId="{4F125371-03AA-4CA2-8685-BA2BBF9C686E}" srcOrd="0" destOrd="0" presId="urn:microsoft.com/office/officeart/2018/2/layout/IconVerticalSolidList"/>
    <dgm:cxn modelId="{2A90B10C-8F0A-42ED-8097-512297AADAAF}" type="presParOf" srcId="{4F125371-03AA-4CA2-8685-BA2BBF9C686E}" destId="{367E1080-B402-4B60-AADD-0E3DCAA31528}" srcOrd="0" destOrd="0" presId="urn:microsoft.com/office/officeart/2018/2/layout/IconVerticalSolidList"/>
    <dgm:cxn modelId="{523F5C2C-53A9-4972-8392-F6241FDEC33A}" type="presParOf" srcId="{4F125371-03AA-4CA2-8685-BA2BBF9C686E}" destId="{0B9C732E-A953-46D6-BF37-D4EFC43A4C7B}" srcOrd="1" destOrd="0" presId="urn:microsoft.com/office/officeart/2018/2/layout/IconVerticalSolidList"/>
    <dgm:cxn modelId="{41259B6A-BD88-4204-9281-748F532182EE}" type="presParOf" srcId="{4F125371-03AA-4CA2-8685-BA2BBF9C686E}" destId="{A42FF325-812A-4360-8E9E-69D6EE9B5AA1}" srcOrd="2" destOrd="0" presId="urn:microsoft.com/office/officeart/2018/2/layout/IconVerticalSolidList"/>
    <dgm:cxn modelId="{2158A5FE-01FB-4D2C-803B-6CE1A61CB7CB}" type="presParOf" srcId="{4F125371-03AA-4CA2-8685-BA2BBF9C686E}" destId="{BCAB534C-6C18-42EC-B6F6-DB0C8F911AA3}" srcOrd="3" destOrd="0" presId="urn:microsoft.com/office/officeart/2018/2/layout/IconVerticalSolidList"/>
    <dgm:cxn modelId="{B3978044-6132-4D2B-AC26-FABC95EEEC02}" type="presParOf" srcId="{FF8EBCD2-E4F4-49CE-B03E-043622EE2E12}" destId="{10A94FE6-43BF-4EDD-BE2D-39A03E6D0A91}" srcOrd="1" destOrd="0" presId="urn:microsoft.com/office/officeart/2018/2/layout/IconVerticalSolidList"/>
    <dgm:cxn modelId="{CBAB910A-41A8-408B-8369-C1E51FF5A350}" type="presParOf" srcId="{FF8EBCD2-E4F4-49CE-B03E-043622EE2E12}" destId="{30360B91-A3A5-4BDE-A193-8BE236FF59BB}" srcOrd="2" destOrd="0" presId="urn:microsoft.com/office/officeart/2018/2/layout/IconVerticalSolidList"/>
    <dgm:cxn modelId="{0549CE5E-6A7C-4BE2-9F35-A12549FFC5C3}" type="presParOf" srcId="{30360B91-A3A5-4BDE-A193-8BE236FF59BB}" destId="{8A373660-7AEC-4410-9871-E25CC430EBE8}" srcOrd="0" destOrd="0" presId="urn:microsoft.com/office/officeart/2018/2/layout/IconVerticalSolidList"/>
    <dgm:cxn modelId="{696EA171-E1CE-4E41-AF2B-1E83F36B9FC0}" type="presParOf" srcId="{30360B91-A3A5-4BDE-A193-8BE236FF59BB}" destId="{E9F69973-DCB2-42E4-851B-56B7028D86AA}" srcOrd="1" destOrd="0" presId="urn:microsoft.com/office/officeart/2018/2/layout/IconVerticalSolidList"/>
    <dgm:cxn modelId="{231AC351-12E9-4262-ADB7-982F234A951A}" type="presParOf" srcId="{30360B91-A3A5-4BDE-A193-8BE236FF59BB}" destId="{82A07D69-F7C7-4CF3-86F3-0D3A8446EB9B}" srcOrd="2" destOrd="0" presId="urn:microsoft.com/office/officeart/2018/2/layout/IconVerticalSolidList"/>
    <dgm:cxn modelId="{EBBA6C35-1760-4181-A26A-065399E7C854}" type="presParOf" srcId="{30360B91-A3A5-4BDE-A193-8BE236FF59BB}" destId="{BDC60CE7-08B3-41C1-8F15-9DBFA08B285A}" srcOrd="3" destOrd="0" presId="urn:microsoft.com/office/officeart/2018/2/layout/IconVerticalSolidList"/>
    <dgm:cxn modelId="{CEBB6318-5DAC-4612-94F7-6FBF94478243}" type="presParOf" srcId="{FF8EBCD2-E4F4-49CE-B03E-043622EE2E12}" destId="{E4955A67-C836-473E-BBDE-9FED6B4E2CAF}" srcOrd="3" destOrd="0" presId="urn:microsoft.com/office/officeart/2018/2/layout/IconVerticalSolidList"/>
    <dgm:cxn modelId="{3969E61D-2E35-44CD-A0B6-5E55A25C6F7B}" type="presParOf" srcId="{FF8EBCD2-E4F4-49CE-B03E-043622EE2E12}" destId="{BE60C119-8D48-44D2-A769-07D98A2D9508}" srcOrd="4" destOrd="0" presId="urn:microsoft.com/office/officeart/2018/2/layout/IconVerticalSolidList"/>
    <dgm:cxn modelId="{C02B2C9F-48BC-43AE-85E2-2D825C48FEE0}" type="presParOf" srcId="{BE60C119-8D48-44D2-A769-07D98A2D9508}" destId="{257EF127-21F1-4193-AA1A-EDA12E8D0768}" srcOrd="0" destOrd="0" presId="urn:microsoft.com/office/officeart/2018/2/layout/IconVerticalSolidList"/>
    <dgm:cxn modelId="{82DF15CD-72E2-4AAB-9527-E9ABD210EFFE}" type="presParOf" srcId="{BE60C119-8D48-44D2-A769-07D98A2D9508}" destId="{3DA3E2F1-6762-4846-8DA5-86C284CD92ED}" srcOrd="1" destOrd="0" presId="urn:microsoft.com/office/officeart/2018/2/layout/IconVerticalSolidList"/>
    <dgm:cxn modelId="{57AB95C7-48FC-4EFD-9445-7B13B7CF7464}" type="presParOf" srcId="{BE60C119-8D48-44D2-A769-07D98A2D9508}" destId="{1BA380B7-338F-4713-B5C0-1DF2FB75C8A7}" srcOrd="2" destOrd="0" presId="urn:microsoft.com/office/officeart/2018/2/layout/IconVerticalSolidList"/>
    <dgm:cxn modelId="{994B5210-D2C4-4E84-B8D0-33DDE8D28D5A}" type="presParOf" srcId="{BE60C119-8D48-44D2-A769-07D98A2D9508}" destId="{B5BD1324-0FA5-4F00-BAD7-234A03326D60}" srcOrd="3" destOrd="0" presId="urn:microsoft.com/office/officeart/2018/2/layout/IconVerticalSolidList"/>
    <dgm:cxn modelId="{4BAD0100-CCB9-47BD-981C-3F0F495DC770}" type="presParOf" srcId="{FF8EBCD2-E4F4-49CE-B03E-043622EE2E12}" destId="{98D6D1BD-01FC-440E-89EE-3B7C2BEF6B8E}" srcOrd="5" destOrd="0" presId="urn:microsoft.com/office/officeart/2018/2/layout/IconVerticalSolidList"/>
    <dgm:cxn modelId="{180B6473-D68B-4094-ACF4-CC479F75DEAD}" type="presParOf" srcId="{FF8EBCD2-E4F4-49CE-B03E-043622EE2E12}" destId="{EFC4B9D6-C8B5-472E-B08D-0660EAC31AAB}" srcOrd="6" destOrd="0" presId="urn:microsoft.com/office/officeart/2018/2/layout/IconVerticalSolidList"/>
    <dgm:cxn modelId="{D0E37717-EBCB-41EA-BD23-102046D31E41}" type="presParOf" srcId="{EFC4B9D6-C8B5-472E-B08D-0660EAC31AAB}" destId="{CFD3D71D-55AA-4D9C-B025-89DB2DB41A82}" srcOrd="0" destOrd="0" presId="urn:microsoft.com/office/officeart/2018/2/layout/IconVerticalSolidList"/>
    <dgm:cxn modelId="{97D90A27-0499-435A-915F-E1C06F155BA1}" type="presParOf" srcId="{EFC4B9D6-C8B5-472E-B08D-0660EAC31AAB}" destId="{B3340A27-6F10-40E2-B9E9-F2D3FED3454C}" srcOrd="1" destOrd="0" presId="urn:microsoft.com/office/officeart/2018/2/layout/IconVerticalSolidList"/>
    <dgm:cxn modelId="{A4100D4C-627B-480A-A5E5-6F5836501038}" type="presParOf" srcId="{EFC4B9D6-C8B5-472E-B08D-0660EAC31AAB}" destId="{04B872C0-CFF1-44E8-94CB-FD5E7B2B6C17}" srcOrd="2" destOrd="0" presId="urn:microsoft.com/office/officeart/2018/2/layout/IconVerticalSolidList"/>
    <dgm:cxn modelId="{02E77047-3CCF-4D34-9071-8B21EC4AD14F}" type="presParOf" srcId="{EFC4B9D6-C8B5-472E-B08D-0660EAC31AAB}" destId="{D7E57FE4-3C9D-45DB-848A-2DCBF41596A1}" srcOrd="3" destOrd="0" presId="urn:microsoft.com/office/officeart/2018/2/layout/IconVerticalSolidList"/>
    <dgm:cxn modelId="{3AB53446-6B34-44DE-9CF4-99F6DCE4F818}" type="presParOf" srcId="{FF8EBCD2-E4F4-49CE-B03E-043622EE2E12}" destId="{5E8B4F71-7403-4E94-8847-DDF5137E8C9C}" srcOrd="7" destOrd="0" presId="urn:microsoft.com/office/officeart/2018/2/layout/IconVerticalSolidList"/>
    <dgm:cxn modelId="{36DA8894-456C-4DF4-8E67-CD3091F62014}" type="presParOf" srcId="{FF8EBCD2-E4F4-49CE-B03E-043622EE2E12}" destId="{B1ADE407-D35D-4C09-83F5-FDEE8A4E5EE0}" srcOrd="8" destOrd="0" presId="urn:microsoft.com/office/officeart/2018/2/layout/IconVerticalSolidList"/>
    <dgm:cxn modelId="{18BC2126-F99D-4CFA-86FD-823FF5EFA247}" type="presParOf" srcId="{B1ADE407-D35D-4C09-83F5-FDEE8A4E5EE0}" destId="{A8FE692D-8132-4D3C-8690-F3415AC3E206}" srcOrd="0" destOrd="0" presId="urn:microsoft.com/office/officeart/2018/2/layout/IconVerticalSolidList"/>
    <dgm:cxn modelId="{38C8FCD0-E493-4015-BD57-F81FC6B14B4D}" type="presParOf" srcId="{B1ADE407-D35D-4C09-83F5-FDEE8A4E5EE0}" destId="{1A83C06E-F794-481B-A3B3-90DF53347212}" srcOrd="1" destOrd="0" presId="urn:microsoft.com/office/officeart/2018/2/layout/IconVerticalSolidList"/>
    <dgm:cxn modelId="{4B18C0FF-1553-4B96-811B-91AC519B95A9}" type="presParOf" srcId="{B1ADE407-D35D-4C09-83F5-FDEE8A4E5EE0}" destId="{5FD06697-6712-498E-9F44-A0AB51389BAD}" srcOrd="2" destOrd="0" presId="urn:microsoft.com/office/officeart/2018/2/layout/IconVerticalSolidList"/>
    <dgm:cxn modelId="{7757FFB5-9504-4607-AE71-A217026B09E3}" type="presParOf" srcId="{B1ADE407-D35D-4C09-83F5-FDEE8A4E5EE0}" destId="{EE28C528-D79C-47E6-9CF9-E1FBA8EEE225}" srcOrd="3" destOrd="0" presId="urn:microsoft.com/office/officeart/2018/2/layout/IconVerticalSolidList"/>
    <dgm:cxn modelId="{1F57AF49-2081-42C4-9100-3FECBB312151}" type="presParOf" srcId="{FF8EBCD2-E4F4-49CE-B03E-043622EE2E12}" destId="{EA507B5A-2AD8-45F4-8050-3B0B89AC79AD}" srcOrd="9" destOrd="0" presId="urn:microsoft.com/office/officeart/2018/2/layout/IconVerticalSolidList"/>
    <dgm:cxn modelId="{4EE73FFE-8F6F-4C2A-BE18-DCDA1FFE91D8}" type="presParOf" srcId="{FF8EBCD2-E4F4-49CE-B03E-043622EE2E12}" destId="{6F195E18-E80F-42CB-A837-E1B81146B544}" srcOrd="10" destOrd="0" presId="urn:microsoft.com/office/officeart/2018/2/layout/IconVerticalSolidList"/>
    <dgm:cxn modelId="{1E0C8543-D020-43B5-B411-2AD1083985D7}" type="presParOf" srcId="{6F195E18-E80F-42CB-A837-E1B81146B544}" destId="{82070214-77C0-4D30-BA07-5A1E1565678C}" srcOrd="0" destOrd="0" presId="urn:microsoft.com/office/officeart/2018/2/layout/IconVerticalSolidList"/>
    <dgm:cxn modelId="{5B218F4A-71C4-430C-834D-4C22DC6D0ABE}" type="presParOf" srcId="{6F195E18-E80F-42CB-A837-E1B81146B544}" destId="{115CD52F-92B7-4A63-A7D1-DB17A4C3FCF9}" srcOrd="1" destOrd="0" presId="urn:microsoft.com/office/officeart/2018/2/layout/IconVerticalSolidList"/>
    <dgm:cxn modelId="{04C14BCA-EDC5-4E98-94FB-2424905407D5}" type="presParOf" srcId="{6F195E18-E80F-42CB-A837-E1B81146B544}" destId="{84A8FD02-55D7-4715-B546-990AF2248119}" srcOrd="2" destOrd="0" presId="urn:microsoft.com/office/officeart/2018/2/layout/IconVerticalSolidList"/>
    <dgm:cxn modelId="{6B0D2832-D922-416E-8D65-FD1BD2828A9C}" type="presParOf" srcId="{6F195E18-E80F-42CB-A837-E1B81146B544}" destId="{4AAFB7E7-EA99-4CBB-A6D2-E34EDCA5F58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629B01-7B15-4EEE-8194-12DD031318B3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99DDA7-A864-449A-9295-E20E44DEB82A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2FC2F-EE6C-4BD7-B332-4731D79C41E1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Fashion-MNIST: 70,000 grayscale images of clothing items</a:t>
          </a:r>
        </a:p>
      </dsp:txBody>
      <dsp:txXfrm>
        <a:off x="1405898" y="2401"/>
        <a:ext cx="5543541" cy="1217228"/>
      </dsp:txXfrm>
    </dsp:sp>
    <dsp:sp modelId="{58D42147-2E5C-4919-A054-3C47831D2CF6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E486A1-1C71-4D09-A47E-3E983938F8FA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4D0AD-5F4C-4354-B053-088369B3AB36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Industry need: Automated product categorization for e-commerce</a:t>
          </a:r>
        </a:p>
      </dsp:txBody>
      <dsp:txXfrm>
        <a:off x="1405898" y="1523937"/>
        <a:ext cx="5543541" cy="1217228"/>
      </dsp:txXfrm>
    </dsp:sp>
    <dsp:sp modelId="{8DAC0684-62F8-4877-8C62-487C40AB2963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0E39BC-030B-42D4-B38C-3F2C67508192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303F5-606F-438C-8F8F-06335A3E0BA7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Practical application in fashion retail and inventory management</a:t>
          </a:r>
        </a:p>
      </dsp:txBody>
      <dsp:txXfrm>
        <a:off x="1405898" y="3045472"/>
        <a:ext cx="5543541" cy="1217228"/>
      </dsp:txXfrm>
    </dsp:sp>
    <dsp:sp modelId="{8D418BEE-56FD-49FA-AE30-3384F9A60A41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78798A-802F-484A-8D28-74B2D4002D9F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2BCC5-C7AF-40B1-9418-7552EC1750E5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Opportunity to demonstrate end-to-end ML pipeline development</a:t>
          </a:r>
        </a:p>
      </dsp:txBody>
      <dsp:txXfrm>
        <a:off x="1405898" y="4567007"/>
        <a:ext cx="5543541" cy="12172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BC02CA-53DF-4095-8F92-A37EBCBFC7B0}">
      <dsp:nvSpPr>
        <dsp:cNvPr id="0" name=""/>
        <dsp:cNvSpPr/>
      </dsp:nvSpPr>
      <dsp:spPr>
        <a:xfrm>
          <a:off x="0" y="41398"/>
          <a:ext cx="6949440" cy="1352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Compare ANN vs CNN performance on Fashion-MNIST</a:t>
          </a:r>
        </a:p>
      </dsp:txBody>
      <dsp:txXfrm>
        <a:off x="66025" y="107423"/>
        <a:ext cx="6817390" cy="1220470"/>
      </dsp:txXfrm>
    </dsp:sp>
    <dsp:sp modelId="{B89BB73C-5958-4F26-A4BD-E4A71A371BF6}">
      <dsp:nvSpPr>
        <dsp:cNvPr id="0" name=""/>
        <dsp:cNvSpPr/>
      </dsp:nvSpPr>
      <dsp:spPr>
        <a:xfrm>
          <a:off x="0" y="1491838"/>
          <a:ext cx="6949440" cy="1352520"/>
        </a:xfrm>
        <a:prstGeom prst="roundRect">
          <a:avLst/>
        </a:prstGeom>
        <a:solidFill>
          <a:schemeClr val="accent5">
            <a:hueOff val="3038109"/>
            <a:satOff val="-1368"/>
            <a:lumOff val="-16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Implement proper data handling with leakage prevention</a:t>
          </a:r>
        </a:p>
      </dsp:txBody>
      <dsp:txXfrm>
        <a:off x="66025" y="1557863"/>
        <a:ext cx="6817390" cy="1220470"/>
      </dsp:txXfrm>
    </dsp:sp>
    <dsp:sp modelId="{1F9D596B-7C9C-40F2-A0BF-FDBB7D0C5589}">
      <dsp:nvSpPr>
        <dsp:cNvPr id="0" name=""/>
        <dsp:cNvSpPr/>
      </dsp:nvSpPr>
      <dsp:spPr>
        <a:xfrm>
          <a:off x="0" y="2942278"/>
          <a:ext cx="6949440" cy="1352520"/>
        </a:xfrm>
        <a:prstGeom prst="roundRect">
          <a:avLst/>
        </a:prstGeom>
        <a:solidFill>
          <a:schemeClr val="accent5">
            <a:hueOff val="6076219"/>
            <a:satOff val="-2736"/>
            <a:lumOff val="-33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Reusable, production-ready code pipeline</a:t>
          </a:r>
        </a:p>
      </dsp:txBody>
      <dsp:txXfrm>
        <a:off x="66025" y="3008303"/>
        <a:ext cx="6817390" cy="1220470"/>
      </dsp:txXfrm>
    </dsp:sp>
    <dsp:sp modelId="{37D6DE71-020C-4C66-9E91-FBAA297C30DD}">
      <dsp:nvSpPr>
        <dsp:cNvPr id="0" name=""/>
        <dsp:cNvSpPr/>
      </dsp:nvSpPr>
      <dsp:spPr>
        <a:xfrm>
          <a:off x="0" y="4392719"/>
          <a:ext cx="6949440" cy="1352520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Interactive inference system for real-world deployment</a:t>
          </a:r>
        </a:p>
      </dsp:txBody>
      <dsp:txXfrm>
        <a:off x="66025" y="4458744"/>
        <a:ext cx="6817390" cy="12204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E1080-B402-4B60-AADD-0E3DCAA31528}">
      <dsp:nvSpPr>
        <dsp:cNvPr id="0" name=""/>
        <dsp:cNvSpPr/>
      </dsp:nvSpPr>
      <dsp:spPr>
        <a:xfrm>
          <a:off x="0" y="1871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9C732E-A953-46D6-BF37-D4EFC43A4C7B}">
      <dsp:nvSpPr>
        <dsp:cNvPr id="0" name=""/>
        <dsp:cNvSpPr/>
      </dsp:nvSpPr>
      <dsp:spPr>
        <a:xfrm>
          <a:off x="241286" y="181341"/>
          <a:ext cx="438702" cy="4387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AB534C-6C18-42EC-B6F6-DB0C8F911AA3}">
      <dsp:nvSpPr>
        <dsp:cNvPr id="0" name=""/>
        <dsp:cNvSpPr/>
      </dsp:nvSpPr>
      <dsp:spPr>
        <a:xfrm>
          <a:off x="921274" y="1871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Dataset : Fashion-MNIST</a:t>
          </a:r>
        </a:p>
      </dsp:txBody>
      <dsp:txXfrm>
        <a:off x="921274" y="1871"/>
        <a:ext cx="6028165" cy="797640"/>
      </dsp:txXfrm>
    </dsp:sp>
    <dsp:sp modelId="{8A373660-7AEC-4410-9871-E25CC430EBE8}">
      <dsp:nvSpPr>
        <dsp:cNvPr id="0" name=""/>
        <dsp:cNvSpPr/>
      </dsp:nvSpPr>
      <dsp:spPr>
        <a:xfrm>
          <a:off x="0" y="998922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F69973-DCB2-42E4-851B-56B7028D86AA}">
      <dsp:nvSpPr>
        <dsp:cNvPr id="0" name=""/>
        <dsp:cNvSpPr/>
      </dsp:nvSpPr>
      <dsp:spPr>
        <a:xfrm>
          <a:off x="241286" y="1178391"/>
          <a:ext cx="438702" cy="4387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60CE7-08B3-41C1-8F15-9DBFA08B285A}">
      <dsp:nvSpPr>
        <dsp:cNvPr id="0" name=""/>
        <dsp:cNvSpPr/>
      </dsp:nvSpPr>
      <dsp:spPr>
        <a:xfrm>
          <a:off x="921274" y="998922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Training: 60,000 images (28×28 pixels) </a:t>
          </a:r>
        </a:p>
      </dsp:txBody>
      <dsp:txXfrm>
        <a:off x="921274" y="998922"/>
        <a:ext cx="6028165" cy="797640"/>
      </dsp:txXfrm>
    </dsp:sp>
    <dsp:sp modelId="{257EF127-21F1-4193-AA1A-EDA12E8D0768}">
      <dsp:nvSpPr>
        <dsp:cNvPr id="0" name=""/>
        <dsp:cNvSpPr/>
      </dsp:nvSpPr>
      <dsp:spPr>
        <a:xfrm>
          <a:off x="0" y="1995973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3E2F1-6762-4846-8DA5-86C284CD92ED}">
      <dsp:nvSpPr>
        <dsp:cNvPr id="0" name=""/>
        <dsp:cNvSpPr/>
      </dsp:nvSpPr>
      <dsp:spPr>
        <a:xfrm>
          <a:off x="241286" y="2175442"/>
          <a:ext cx="438702" cy="4387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D1324-0FA5-4F00-BAD7-234A03326D60}">
      <dsp:nvSpPr>
        <dsp:cNvPr id="0" name=""/>
        <dsp:cNvSpPr/>
      </dsp:nvSpPr>
      <dsp:spPr>
        <a:xfrm>
          <a:off x="921274" y="1995973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Split: Train (54K) / Validation (6K) / Test (10K)</a:t>
          </a:r>
        </a:p>
      </dsp:txBody>
      <dsp:txXfrm>
        <a:off x="921274" y="1995973"/>
        <a:ext cx="6028165" cy="797640"/>
      </dsp:txXfrm>
    </dsp:sp>
    <dsp:sp modelId="{CFD3D71D-55AA-4D9C-B025-89DB2DB41A82}">
      <dsp:nvSpPr>
        <dsp:cNvPr id="0" name=""/>
        <dsp:cNvSpPr/>
      </dsp:nvSpPr>
      <dsp:spPr>
        <a:xfrm>
          <a:off x="0" y="2993024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340A27-6F10-40E2-B9E9-F2D3FED3454C}">
      <dsp:nvSpPr>
        <dsp:cNvPr id="0" name=""/>
        <dsp:cNvSpPr/>
      </dsp:nvSpPr>
      <dsp:spPr>
        <a:xfrm>
          <a:off x="241286" y="3172493"/>
          <a:ext cx="438702" cy="4387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57FE4-3C9D-45DB-848A-2DCBF41596A1}">
      <dsp:nvSpPr>
        <dsp:cNvPr id="0" name=""/>
        <dsp:cNvSpPr/>
      </dsp:nvSpPr>
      <dsp:spPr>
        <a:xfrm>
          <a:off x="921274" y="2993024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Normalization: [0, 255] → [0, 1]</a:t>
          </a:r>
        </a:p>
      </dsp:txBody>
      <dsp:txXfrm>
        <a:off x="921274" y="2993024"/>
        <a:ext cx="6028165" cy="797640"/>
      </dsp:txXfrm>
    </dsp:sp>
    <dsp:sp modelId="{A8FE692D-8132-4D3C-8690-F3415AC3E206}">
      <dsp:nvSpPr>
        <dsp:cNvPr id="0" name=""/>
        <dsp:cNvSpPr/>
      </dsp:nvSpPr>
      <dsp:spPr>
        <a:xfrm>
          <a:off x="0" y="3990074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83C06E-F794-481B-A3B3-90DF53347212}">
      <dsp:nvSpPr>
        <dsp:cNvPr id="0" name=""/>
        <dsp:cNvSpPr/>
      </dsp:nvSpPr>
      <dsp:spPr>
        <a:xfrm>
          <a:off x="241286" y="4169543"/>
          <a:ext cx="438702" cy="4387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8C528-D79C-47E6-9CF9-E1FBA8EEE225}">
      <dsp:nvSpPr>
        <dsp:cNvPr id="0" name=""/>
        <dsp:cNvSpPr/>
      </dsp:nvSpPr>
      <dsp:spPr>
        <a:xfrm>
          <a:off x="921274" y="3990074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Some classes visually similar (Shirt/T-shirt)</a:t>
          </a:r>
        </a:p>
      </dsp:txBody>
      <dsp:txXfrm>
        <a:off x="921274" y="3990074"/>
        <a:ext cx="6028165" cy="797640"/>
      </dsp:txXfrm>
    </dsp:sp>
    <dsp:sp modelId="{82070214-77C0-4D30-BA07-5A1E1565678C}">
      <dsp:nvSpPr>
        <dsp:cNvPr id="0" name=""/>
        <dsp:cNvSpPr/>
      </dsp:nvSpPr>
      <dsp:spPr>
        <a:xfrm>
          <a:off x="0" y="4987125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5CD52F-92B7-4A63-A7D1-DB17A4C3FCF9}">
      <dsp:nvSpPr>
        <dsp:cNvPr id="0" name=""/>
        <dsp:cNvSpPr/>
      </dsp:nvSpPr>
      <dsp:spPr>
        <a:xfrm>
          <a:off x="241286" y="5166594"/>
          <a:ext cx="438702" cy="4387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FB7E7-EA99-4CBB-A6D2-E34EDCA5F583}">
      <dsp:nvSpPr>
        <dsp:cNvPr id="0" name=""/>
        <dsp:cNvSpPr/>
      </dsp:nvSpPr>
      <dsp:spPr>
        <a:xfrm>
          <a:off x="921274" y="4987125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leakage prevention : Statistics from training only</a:t>
          </a:r>
        </a:p>
      </dsp:txBody>
      <dsp:txXfrm>
        <a:off x="921274" y="4987125"/>
        <a:ext cx="6028165" cy="797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71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3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884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5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7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52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21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45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7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2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06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jvl-git/csip-5103-coursework-2025-a1if/tree/ma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5AB5C7EE-A919-646B-4F86-BACCBC52D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F9EA4-DA36-2C22-E7A8-CD2A34060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8642" y="1104181"/>
            <a:ext cx="3406543" cy="277973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600" b="1" kern="1200">
                <a:latin typeface="+mj-lt"/>
                <a:ea typeface="+mj-ea"/>
                <a:cs typeface="+mj-cs"/>
              </a:rPr>
              <a:t>Fashion-MNIST Classification using CNN and ANN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440E8-0E43-C202-C72A-E3AFE5F15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8643" y="3901164"/>
            <a:ext cx="3406542" cy="154210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/>
              <a:t>Alif Tasbir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/>
              <a:t>ID : P2939792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/>
              <a:t>Course : Neural Systems and Natural Language Processing 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/>
              <a:t>Date : 13 November 2025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1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B2A860-B221-0689-670A-AC31EE379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" r="2551"/>
          <a:stretch/>
        </p:blipFill>
        <p:spPr>
          <a:xfrm>
            <a:off x="1597792" y="574131"/>
            <a:ext cx="5310058" cy="57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62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BDD02-CFC0-E331-2E7B-C19EA666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Introduction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75AA5F-B244-01A6-EC16-A51649D66D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229401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961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33EE5-3039-5ECA-0B72-3882561A6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Objectives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54D8CD-99A5-8E67-CF2A-CAF551A881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001665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0853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4D23-E5B5-7A86-90CD-6FF19C832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6D2EF-FF57-1776-8822-C7CE67E4B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[ Load Dataset ] → [EDA] → [Preprocessing] → [Model Training] → [Optimization] → [Deployment]</a:t>
            </a:r>
          </a:p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 </a:t>
            </a:r>
            <a:r>
              <a:rPr lang="en-US" altLang="en-US" dirty="0">
                <a:latin typeface="Arial" panose="020B0604020202020204" pitchFamily="34" charset="0"/>
              </a:rPr>
              <a:t>Framework: TensorFlow 2.9.0 / </a:t>
            </a:r>
            <a:r>
              <a:rPr lang="en-US" altLang="en-US" dirty="0" err="1">
                <a:latin typeface="Arial" panose="020B0604020202020204" pitchFamily="34" charset="0"/>
              </a:rPr>
              <a:t>Keras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Platform: Google </a:t>
            </a:r>
            <a:r>
              <a:rPr lang="en-US" altLang="en-US" dirty="0" err="1">
                <a:latin typeface="Arial" panose="020B0604020202020204" pitchFamily="34" charset="0"/>
              </a:rPr>
              <a:t>Colaboratory</a:t>
            </a:r>
            <a:r>
              <a:rPr lang="en-US" altLang="en-US" dirty="0">
                <a:latin typeface="Arial" panose="020B0604020202020204" pitchFamily="34" charset="0"/>
              </a:rPr>
              <a:t> (GPU)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Language: Python 3.8+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Libraries: NumPy, Matplotlib, Scikit-learn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13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83C1F4-FE5E-D0E3-D0D2-F3ECDF354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Data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74F248B6-894B-7768-3B00-5B4C440324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420331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118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71E24-2C85-1F03-579F-F7645E774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12D72-5927-0FEA-A462-D57FED925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ANN: 2 hidden layers [128,64]</a:t>
            </a:r>
          </a:p>
          <a:p>
            <a:r>
              <a:rPr lang="sv-SE"/>
              <a:t>CNN: 3 conv blocks [32→64→128]</a:t>
            </a:r>
          </a:p>
          <a:p>
            <a:r>
              <a:rPr lang="en-US"/>
              <a:t>Training: 30 epochs, batch size 256, learning rate : 0.0005 ,Dropout rate :0.2</a:t>
            </a:r>
          </a:p>
          <a:p>
            <a:r>
              <a:rPr lang="en-US"/>
              <a:t>Optimizer : Adam, Loss function : Sparse Categorical Cross-entropy</a:t>
            </a:r>
          </a:p>
          <a:p>
            <a:r>
              <a:rPr lang="en-US"/>
              <a:t>Deployment: Interactive inference UI with custom image support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4D3DD0-3CC2-5402-EA4A-017813C6B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4305472"/>
            <a:ext cx="3959913" cy="213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3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47A97-B306-F51F-C592-54506B5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597F26-DBFF-6DC4-65DA-06636F0D0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0351" y="1541338"/>
            <a:ext cx="5347092" cy="1887662"/>
          </a:xfrm>
        </p:spPr>
      </p:pic>
      <p:pic>
        <p:nvPicPr>
          <p:cNvPr id="4" name="Picture 3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647EAF54-91E6-72B7-F870-D144654E7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1" y="3785477"/>
            <a:ext cx="5350947" cy="18876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027177-9339-004F-44FA-81AFCB568E18}"/>
              </a:ext>
            </a:extLst>
          </p:cNvPr>
          <p:cNvSpPr txBox="1"/>
          <p:nvPr/>
        </p:nvSpPr>
        <p:spPr>
          <a:xfrm>
            <a:off x="5836411" y="1746505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urier New" panose="02070309020205020404" pitchFamily="49" charset="0"/>
              </a:rPr>
              <a:t>Top Confused Class Pairs: (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ann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)</a:t>
            </a:r>
          </a:p>
          <a:p>
            <a:pPr lvl="1"/>
            <a:r>
              <a:rPr lang="en-US" b="0" i="0" dirty="0">
                <a:effectLst/>
                <a:latin typeface="Courier New" panose="02070309020205020404" pitchFamily="49" charset="0"/>
              </a:rPr>
              <a:t>Shirt → T-shirt/top: 124 (12.40%) </a:t>
            </a:r>
          </a:p>
          <a:p>
            <a:pPr lvl="1"/>
            <a:r>
              <a:rPr lang="en-US" b="0" i="0" dirty="0">
                <a:effectLst/>
                <a:latin typeface="Courier New" panose="02070309020205020404" pitchFamily="49" charset="0"/>
              </a:rPr>
              <a:t>Pullover → Coat: 107 (10.70%) </a:t>
            </a:r>
          </a:p>
          <a:p>
            <a:pPr lvl="1"/>
            <a:r>
              <a:rPr lang="en-US" b="0" i="0" dirty="0">
                <a:effectLst/>
                <a:latin typeface="Courier New" panose="02070309020205020404" pitchFamily="49" charset="0"/>
              </a:rPr>
              <a:t>T-shirt/top → Shirt: 102 (10.20%) </a:t>
            </a:r>
          </a:p>
          <a:p>
            <a:pPr lvl="1"/>
            <a:r>
              <a:rPr lang="en-US" b="0" i="0" dirty="0">
                <a:effectLst/>
                <a:latin typeface="Courier New" panose="02070309020205020404" pitchFamily="49" charset="0"/>
              </a:rPr>
              <a:t>Shirt → Coat: 83 (8.30%) </a:t>
            </a:r>
          </a:p>
          <a:p>
            <a:pPr lvl="1"/>
            <a:r>
              <a:rPr lang="en-US" b="0" i="0" dirty="0">
                <a:effectLst/>
                <a:latin typeface="Courier New" panose="02070309020205020404" pitchFamily="49" charset="0"/>
              </a:rPr>
              <a:t>Pullover → Shirt: 78 (7.80%)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F5506-317E-ED93-E30F-9AA2504BF64F}"/>
              </a:ext>
            </a:extLst>
          </p:cNvPr>
          <p:cNvSpPr txBox="1"/>
          <p:nvPr/>
        </p:nvSpPr>
        <p:spPr>
          <a:xfrm>
            <a:off x="5943853" y="3685692"/>
            <a:ext cx="59870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lang="en-US" b="0" i="0" dirty="0">
                <a:effectLst/>
                <a:latin typeface="Courier New" panose="02070309020205020404" pitchFamily="49" charset="0"/>
              </a:rPr>
              <a:t>Top Confused Class Pairs: (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cnn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)</a:t>
            </a:r>
          </a:p>
          <a:p>
            <a:pPr lvl="1"/>
            <a:r>
              <a:rPr lang="en-US" b="0" i="0" dirty="0">
                <a:effectLst/>
                <a:latin typeface="Courier New" panose="02070309020205020404" pitchFamily="49" charset="0"/>
              </a:rPr>
              <a:t>T-shirt/top → Shirt: 87 (8.70%) </a:t>
            </a:r>
          </a:p>
          <a:p>
            <a:pPr lvl="1"/>
            <a:r>
              <a:rPr lang="en-US" b="0" i="0" dirty="0">
                <a:effectLst/>
                <a:latin typeface="Courier New" panose="02070309020205020404" pitchFamily="49" charset="0"/>
              </a:rPr>
              <a:t>Shirt → T-shirt/top: 66 (6.60%) </a:t>
            </a:r>
          </a:p>
          <a:p>
            <a:pPr lvl="1"/>
            <a:r>
              <a:rPr lang="en-US" b="0" i="0" dirty="0">
                <a:effectLst/>
                <a:latin typeface="Courier New" panose="02070309020205020404" pitchFamily="49" charset="0"/>
              </a:rPr>
              <a:t>Coat → Shirt: 48 (4.80%) </a:t>
            </a:r>
          </a:p>
          <a:p>
            <a:pPr lvl="1"/>
            <a:r>
              <a:rPr lang="en-US" b="0" i="0" dirty="0">
                <a:effectLst/>
                <a:latin typeface="Courier New" panose="02070309020205020404" pitchFamily="49" charset="0"/>
              </a:rPr>
              <a:t>Shirt → Coat: 48 (4.80%) </a:t>
            </a:r>
          </a:p>
          <a:p>
            <a:pPr lvl="1"/>
            <a:r>
              <a:rPr lang="en-US" b="0" i="0" dirty="0">
                <a:effectLst/>
                <a:latin typeface="Courier New" panose="02070309020205020404" pitchFamily="49" charset="0"/>
              </a:rPr>
              <a:t>Pullover → Shirt: 42 (4.20%)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318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419E-ED83-9687-F655-ADC52305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87F5C-80D5-180D-FA45-88897CE98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CNN outperforms ANN by 5.81% (spatial features crucial)</a:t>
            </a:r>
          </a:p>
          <a:p>
            <a:r>
              <a:rPr lang="en-US" dirty="0"/>
              <a:t>Adding depth improves accuracy but requires proper regularization</a:t>
            </a:r>
          </a:p>
          <a:p>
            <a:r>
              <a:rPr lang="en-US" dirty="0"/>
              <a:t>Each enhancement contributes measurable gains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B020D-75CF-D4E1-7966-F2189B684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8718" y="3458296"/>
            <a:ext cx="4520075" cy="28856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512178-1B54-B47C-3DA6-21C0C81CF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4223" y="3473204"/>
            <a:ext cx="4392276" cy="283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18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0A22-D7FE-EB18-906C-84A25E8CF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7CFD4-931E-1225-EC4B-4A0E154EB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was achieved ? </a:t>
            </a:r>
          </a:p>
          <a:p>
            <a:r>
              <a:rPr lang="en-US" dirty="0"/>
              <a:t>Comprehensive ML pipeline from EDA to deployment </a:t>
            </a:r>
          </a:p>
          <a:p>
            <a:r>
              <a:rPr lang="en-US" dirty="0"/>
              <a:t>Data leakage prevention with automated verification </a:t>
            </a:r>
          </a:p>
          <a:p>
            <a:r>
              <a:rPr lang="en-US" dirty="0"/>
              <a:t>Production-ready inference system with model persistence</a:t>
            </a:r>
          </a:p>
        </p:txBody>
      </p:sp>
    </p:spTree>
    <p:extLst>
      <p:ext uri="{BB962C8B-B14F-4D97-AF65-F5344CB8AC3E}">
        <p14:creationId xmlns:p14="http://schemas.microsoft.com/office/powerpoint/2010/main" val="3639898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96BC5-91E1-8B70-D3E9-84FF6A9CD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F6ABD-9E62-C639-7918-0AD094897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Ensemble methods combining architecturally diverse models</a:t>
            </a:r>
          </a:p>
          <a:p>
            <a:r>
              <a:rPr lang="en-US" dirty="0"/>
              <a:t>Attention mechanisms to focus on discriminative features</a:t>
            </a:r>
          </a:p>
          <a:p>
            <a:r>
              <a:rPr lang="en-US" dirty="0"/>
              <a:t>Transfer learning from larger fashion datasets. Additionally, integrating model interpretation techniques (Grad-CAM, saliency maps) would provide insights into decision-making processes, crucial for trust in production systems.</a:t>
            </a:r>
          </a:p>
          <a:p>
            <a:pPr marL="0" indent="0">
              <a:buNone/>
            </a:pPr>
            <a:r>
              <a:rPr lang="en-US" b="1" dirty="0"/>
              <a:t>References</a:t>
            </a:r>
            <a:endParaRPr lang="en-US" dirty="0"/>
          </a:p>
          <a:p>
            <a:r>
              <a:rPr lang="en-US" dirty="0"/>
              <a:t>Fashion-MNIST: Xiao et al. (2017) - arXiv:1708.07747</a:t>
            </a:r>
          </a:p>
          <a:p>
            <a:r>
              <a:rPr lang="en-US" dirty="0"/>
              <a:t>TensorFlow Documentation: tensorflow.org</a:t>
            </a:r>
          </a:p>
          <a:p>
            <a:r>
              <a:rPr lang="en-US" dirty="0"/>
              <a:t>Project repository: </a:t>
            </a:r>
            <a:r>
              <a:rPr lang="en-US" dirty="0">
                <a:hlinkClick r:id="rId2"/>
              </a:rPr>
              <a:t>https://github.com/amjvl-git/csip-5103-coursework-2025-a1if/tree/main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57063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493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Neue Haas Grotesk Text Pro</vt:lpstr>
      <vt:lpstr>VanillaVTI</vt:lpstr>
      <vt:lpstr>Fashion-MNIST Classification using CNN and ANN </vt:lpstr>
      <vt:lpstr>Introduction </vt:lpstr>
      <vt:lpstr>Objectives </vt:lpstr>
      <vt:lpstr>Methodology </vt:lpstr>
      <vt:lpstr>Data</vt:lpstr>
      <vt:lpstr>Implementation</vt:lpstr>
      <vt:lpstr>Results </vt:lpstr>
      <vt:lpstr>Interpretation</vt:lpstr>
      <vt:lpstr>Summary</vt:lpstr>
      <vt:lpstr>Future Work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Alif Tasbir</dc:creator>
  <cp:lastModifiedBy>Alif Tasbir</cp:lastModifiedBy>
  <cp:revision>4</cp:revision>
  <dcterms:created xsi:type="dcterms:W3CDTF">2025-11-01T15:12:53Z</dcterms:created>
  <dcterms:modified xsi:type="dcterms:W3CDTF">2025-11-05T01:47:04Z</dcterms:modified>
</cp:coreProperties>
</file>